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402796-E32C-4F94-BB6D-9AA212ADEAD5}" v="19" dt="2026-04-16T11:03:06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mma Mohammad" userId="a4d6f9954acaf41a" providerId="LiveId" clId="{CA163601-8AB6-4476-8D51-3DDE32A887D8}"/>
    <pc:docChg chg="undo custSel addSld modSld">
      <pc:chgData name="Jumma Mohammad" userId="a4d6f9954acaf41a" providerId="LiveId" clId="{CA163601-8AB6-4476-8D51-3DDE32A887D8}" dt="2026-04-16T23:40:53.168" v="157" actId="1076"/>
      <pc:docMkLst>
        <pc:docMk/>
      </pc:docMkLst>
      <pc:sldChg chg="addSp delSp modSp new mod modMedia setBg addAnim delAnim">
        <pc:chgData name="Jumma Mohammad" userId="a4d6f9954acaf41a" providerId="LiveId" clId="{CA163601-8AB6-4476-8D51-3DDE32A887D8}" dt="2026-04-16T11:03:47.691" v="155" actId="26606"/>
        <pc:sldMkLst>
          <pc:docMk/>
          <pc:sldMk cId="2572535121" sldId="256"/>
        </pc:sldMkLst>
        <pc:spChg chg="mod">
          <ac:chgData name="Jumma Mohammad" userId="a4d6f9954acaf41a" providerId="LiveId" clId="{CA163601-8AB6-4476-8D51-3DDE32A887D8}" dt="2026-04-16T11:03:47.691" v="155" actId="26606"/>
          <ac:spMkLst>
            <pc:docMk/>
            <pc:sldMk cId="2572535121" sldId="256"/>
            <ac:spMk id="2" creationId="{289FB350-B620-2381-0E1E-2ED610A91A7F}"/>
          </ac:spMkLst>
        </pc:spChg>
        <pc:spChg chg="del">
          <ac:chgData name="Jumma Mohammad" userId="a4d6f9954acaf41a" providerId="LiveId" clId="{CA163601-8AB6-4476-8D51-3DDE32A887D8}" dt="2026-04-16T10:46:18.534" v="7"/>
          <ac:spMkLst>
            <pc:docMk/>
            <pc:sldMk cId="2572535121" sldId="256"/>
            <ac:spMk id="3" creationId="{A7D5F37B-6C46-F036-F71F-D6239D591382}"/>
          </ac:spMkLst>
        </pc:spChg>
        <pc:spChg chg="add mod">
          <ac:chgData name="Jumma Mohammad" userId="a4d6f9954acaf41a" providerId="LiveId" clId="{CA163601-8AB6-4476-8D51-3DDE32A887D8}" dt="2026-04-16T11:03:47.691" v="155" actId="26606"/>
          <ac:spMkLst>
            <pc:docMk/>
            <pc:sldMk cId="2572535121" sldId="256"/>
            <ac:spMk id="4" creationId="{8669F33B-7733-92D6-1101-E64D667E2F05}"/>
          </ac:spMkLst>
        </pc:spChg>
        <pc:spChg chg="add del">
          <ac:chgData name="Jumma Mohammad" userId="a4d6f9954acaf41a" providerId="LiveId" clId="{CA163601-8AB6-4476-8D51-3DDE32A887D8}" dt="2026-04-16T10:50:06.339" v="51" actId="26606"/>
          <ac:spMkLst>
            <pc:docMk/>
            <pc:sldMk cId="2572535121" sldId="256"/>
            <ac:spMk id="9" creationId="{1A3C89F8-0D2F-47FF-B903-151248265F47}"/>
          </ac:spMkLst>
        </pc:spChg>
        <pc:spChg chg="add del">
          <ac:chgData name="Jumma Mohammad" userId="a4d6f9954acaf41a" providerId="LiveId" clId="{CA163601-8AB6-4476-8D51-3DDE32A887D8}" dt="2026-04-16T10:50:15.812" v="55" actId="26606"/>
          <ac:spMkLst>
            <pc:docMk/>
            <pc:sldMk cId="2572535121" sldId="256"/>
            <ac:spMk id="10" creationId="{6F828D28-8E09-41CC-8229-3070B5467A96}"/>
          </ac:spMkLst>
        </pc:spChg>
        <pc:spChg chg="add del">
          <ac:chgData name="Jumma Mohammad" userId="a4d6f9954acaf41a" providerId="LiveId" clId="{CA163601-8AB6-4476-8D51-3DDE32A887D8}" dt="2026-04-16T10:50:06.339" v="51" actId="26606"/>
          <ac:spMkLst>
            <pc:docMk/>
            <pc:sldMk cId="2572535121" sldId="256"/>
            <ac:spMk id="11" creationId="{C5CB530E-515E-412C-9DF1-5F8FFBD6F383}"/>
          </ac:spMkLst>
        </pc:spChg>
        <pc:spChg chg="add del">
          <ac:chgData name="Jumma Mohammad" userId="a4d6f9954acaf41a" providerId="LiveId" clId="{CA163601-8AB6-4476-8D51-3DDE32A887D8}" dt="2026-04-16T10:50:15.812" v="55" actId="26606"/>
          <ac:spMkLst>
            <pc:docMk/>
            <pc:sldMk cId="2572535121" sldId="256"/>
            <ac:spMk id="12" creationId="{D5B012D8-7F27-4758-9AC6-C889B154BD73}"/>
          </ac:spMkLst>
        </pc:spChg>
        <pc:spChg chg="add del">
          <ac:chgData name="Jumma Mohammad" userId="a4d6f9954acaf41a" providerId="LiveId" clId="{CA163601-8AB6-4476-8D51-3DDE32A887D8}" dt="2026-04-16T10:50:06.339" v="51" actId="26606"/>
          <ac:spMkLst>
            <pc:docMk/>
            <pc:sldMk cId="2572535121" sldId="256"/>
            <ac:spMk id="13" creationId="{712D4376-A578-4FF1-94FC-245E7A6A489F}"/>
          </ac:spMkLst>
        </pc:spChg>
        <pc:spChg chg="add del">
          <ac:chgData name="Jumma Mohammad" userId="a4d6f9954acaf41a" providerId="LiveId" clId="{CA163601-8AB6-4476-8D51-3DDE32A887D8}" dt="2026-04-16T10:50:15.812" v="55" actId="26606"/>
          <ac:spMkLst>
            <pc:docMk/>
            <pc:sldMk cId="2572535121" sldId="256"/>
            <ac:spMk id="14" creationId="{4063B759-00FC-46D1-9898-8E8625268FAF}"/>
          </ac:spMkLst>
        </pc:spChg>
        <pc:spChg chg="add del">
          <ac:chgData name="Jumma Mohammad" userId="a4d6f9954acaf41a" providerId="LiveId" clId="{CA163601-8AB6-4476-8D51-3DDE32A887D8}" dt="2026-04-16T10:50:06.339" v="51" actId="26606"/>
          <ac:spMkLst>
            <pc:docMk/>
            <pc:sldMk cId="2572535121" sldId="256"/>
            <ac:spMk id="15" creationId="{AEA7509D-F04F-40CB-A0B3-EEF16499CC9F}"/>
          </ac:spMkLst>
        </pc:spChg>
        <pc:spChg chg="add del">
          <ac:chgData name="Jumma Mohammad" userId="a4d6f9954acaf41a" providerId="LiveId" clId="{CA163601-8AB6-4476-8D51-3DDE32A887D8}" dt="2026-04-16T10:51:51.462" v="78" actId="26606"/>
          <ac:spMkLst>
            <pc:docMk/>
            <pc:sldMk cId="2572535121" sldId="256"/>
            <ac:spMk id="16" creationId="{FFD48BC7-DC40-47DE-87EE-9F4B6ECB9ABB}"/>
          </ac:spMkLst>
        </pc:spChg>
        <pc:spChg chg="add del">
          <ac:chgData name="Jumma Mohammad" userId="a4d6f9954acaf41a" providerId="LiveId" clId="{CA163601-8AB6-4476-8D51-3DDE32A887D8}" dt="2026-04-16T10:51:51.462" v="78" actId="26606"/>
          <ac:spMkLst>
            <pc:docMk/>
            <pc:sldMk cId="2572535121" sldId="256"/>
            <ac:spMk id="18" creationId="{E502BBC7-2C76-46F3-BC24-5985BC13DB88}"/>
          </ac:spMkLst>
        </pc:spChg>
        <pc:spChg chg="add del">
          <ac:chgData name="Jumma Mohammad" userId="a4d6f9954acaf41a" providerId="LiveId" clId="{CA163601-8AB6-4476-8D51-3DDE32A887D8}" dt="2026-04-16T10:50:06.339" v="51" actId="26606"/>
          <ac:spMkLst>
            <pc:docMk/>
            <pc:sldMk cId="2572535121" sldId="256"/>
            <ac:spMk id="19" creationId="{508BEF50-7B1E-49A4-BC19-5F4F1D755E64}"/>
          </ac:spMkLst>
        </pc:spChg>
        <pc:spChg chg="add del">
          <ac:chgData name="Jumma Mohammad" userId="a4d6f9954acaf41a" providerId="LiveId" clId="{CA163601-8AB6-4476-8D51-3DDE32A887D8}" dt="2026-04-16T10:51:51.462" v="78" actId="26606"/>
          <ac:spMkLst>
            <pc:docMk/>
            <pc:sldMk cId="2572535121" sldId="256"/>
            <ac:spMk id="20" creationId="{C7F28D52-2A5F-4D23-81AE-7CB8B591C7AF}"/>
          </ac:spMkLst>
        </pc:spChg>
        <pc:spChg chg="add del">
          <ac:chgData name="Jumma Mohammad" userId="a4d6f9954acaf41a" providerId="LiveId" clId="{CA163601-8AB6-4476-8D51-3DDE32A887D8}" dt="2026-04-16T10:50:06.339" v="51" actId="26606"/>
          <ac:spMkLst>
            <pc:docMk/>
            <pc:sldMk cId="2572535121" sldId="256"/>
            <ac:spMk id="21" creationId="{3FBAD350-5664-4811-A208-657FB882D350}"/>
          </ac:spMkLst>
        </pc:spChg>
        <pc:spChg chg="add del">
          <ac:chgData name="Jumma Mohammad" userId="a4d6f9954acaf41a" providerId="LiveId" clId="{CA163601-8AB6-4476-8D51-3DDE32A887D8}" dt="2026-04-16T10:51:51.462" v="78" actId="26606"/>
          <ac:spMkLst>
            <pc:docMk/>
            <pc:sldMk cId="2572535121" sldId="256"/>
            <ac:spMk id="22" creationId="{3629484E-3792-4B3D-89AD-7C8A1ED0E0D4}"/>
          </ac:spMkLst>
        </pc:spChg>
        <pc:spChg chg="add del">
          <ac:chgData name="Jumma Mohammad" userId="a4d6f9954acaf41a" providerId="LiveId" clId="{CA163601-8AB6-4476-8D51-3DDE32A887D8}" dt="2026-04-16T10:50:06.339" v="51" actId="26606"/>
          <ac:spMkLst>
            <pc:docMk/>
            <pc:sldMk cId="2572535121" sldId="256"/>
            <ac:spMk id="23" creationId="{C39ADB8F-D187-49D7-BDCF-C1B6DC727068}"/>
          </ac:spMkLst>
        </pc:spChg>
        <pc:spChg chg="add del">
          <ac:chgData name="Jumma Mohammad" userId="a4d6f9954acaf41a" providerId="LiveId" clId="{CA163601-8AB6-4476-8D51-3DDE32A887D8}" dt="2026-04-16T10:51:51.453" v="77" actId="26606"/>
          <ac:spMkLst>
            <pc:docMk/>
            <pc:sldMk cId="2572535121" sldId="256"/>
            <ac:spMk id="27" creationId="{1A3C89F8-0D2F-47FF-B903-151248265F47}"/>
          </ac:spMkLst>
        </pc:spChg>
        <pc:spChg chg="add del">
          <ac:chgData name="Jumma Mohammad" userId="a4d6f9954acaf41a" providerId="LiveId" clId="{CA163601-8AB6-4476-8D51-3DDE32A887D8}" dt="2026-04-16T10:51:51.453" v="77" actId="26606"/>
          <ac:spMkLst>
            <pc:docMk/>
            <pc:sldMk cId="2572535121" sldId="256"/>
            <ac:spMk id="29" creationId="{C5CB530E-515E-412C-9DF1-5F8FFBD6F383}"/>
          </ac:spMkLst>
        </pc:spChg>
        <pc:spChg chg="add del">
          <ac:chgData name="Jumma Mohammad" userId="a4d6f9954acaf41a" providerId="LiveId" clId="{CA163601-8AB6-4476-8D51-3DDE32A887D8}" dt="2026-04-16T10:51:51.453" v="77" actId="26606"/>
          <ac:spMkLst>
            <pc:docMk/>
            <pc:sldMk cId="2572535121" sldId="256"/>
            <ac:spMk id="33" creationId="{AEA7509D-F04F-40CB-A0B3-EEF16499CC9F}"/>
          </ac:spMkLst>
        </pc:spChg>
        <pc:spChg chg="add del">
          <ac:chgData name="Jumma Mohammad" userId="a4d6f9954acaf41a" providerId="LiveId" clId="{CA163601-8AB6-4476-8D51-3DDE32A887D8}" dt="2026-04-16T10:51:51.453" v="77" actId="26606"/>
          <ac:spMkLst>
            <pc:docMk/>
            <pc:sldMk cId="2572535121" sldId="256"/>
            <ac:spMk id="37" creationId="{508BEF50-7B1E-49A4-BC19-5F4F1D755E64}"/>
          </ac:spMkLst>
        </pc:spChg>
        <pc:spChg chg="add del">
          <ac:chgData name="Jumma Mohammad" userId="a4d6f9954acaf41a" providerId="LiveId" clId="{CA163601-8AB6-4476-8D51-3DDE32A887D8}" dt="2026-04-16T10:51:51.453" v="77" actId="26606"/>
          <ac:spMkLst>
            <pc:docMk/>
            <pc:sldMk cId="2572535121" sldId="256"/>
            <ac:spMk id="39" creationId="{3FBAD350-5664-4811-A208-657FB882D350}"/>
          </ac:spMkLst>
        </pc:spChg>
        <pc:spChg chg="add del">
          <ac:chgData name="Jumma Mohammad" userId="a4d6f9954acaf41a" providerId="LiveId" clId="{CA163601-8AB6-4476-8D51-3DDE32A887D8}" dt="2026-04-16T10:51:51.453" v="77" actId="26606"/>
          <ac:spMkLst>
            <pc:docMk/>
            <pc:sldMk cId="2572535121" sldId="256"/>
            <ac:spMk id="41" creationId="{C39ADB8F-D187-49D7-BDCF-C1B6DC727068}"/>
          </ac:spMkLst>
        </pc:spChg>
        <pc:spChg chg="add">
          <ac:chgData name="Jumma Mohammad" userId="a4d6f9954acaf41a" providerId="LiveId" clId="{CA163601-8AB6-4476-8D51-3DDE32A887D8}" dt="2026-04-16T11:03:47.691" v="155" actId="26606"/>
          <ac:spMkLst>
            <pc:docMk/>
            <pc:sldMk cId="2572535121" sldId="256"/>
            <ac:spMk id="48" creationId="{9B7AD9F6-8CE7-4299-8FC6-328F4DCD3FF9}"/>
          </ac:spMkLst>
        </pc:spChg>
        <pc:spChg chg="add">
          <ac:chgData name="Jumma Mohammad" userId="a4d6f9954acaf41a" providerId="LiveId" clId="{CA163601-8AB6-4476-8D51-3DDE32A887D8}" dt="2026-04-16T11:03:47.691" v="155" actId="26606"/>
          <ac:spMkLst>
            <pc:docMk/>
            <pc:sldMk cId="2572535121" sldId="256"/>
            <ac:spMk id="50" creationId="{3F9B0603-37C5-4312-AE4D-A3D015475403}"/>
          </ac:spMkLst>
        </pc:spChg>
        <pc:grpChg chg="add del">
          <ac:chgData name="Jumma Mohammad" userId="a4d6f9954acaf41a" providerId="LiveId" clId="{CA163601-8AB6-4476-8D51-3DDE32A887D8}" dt="2026-04-16T11:03:47.691" v="155" actId="26606"/>
          <ac:grpSpMkLst>
            <pc:docMk/>
            <pc:sldMk cId="2572535121" sldId="256"/>
            <ac:grpSpMk id="28" creationId="{F2C2385A-6F3A-07EF-D18E-AA9E680CE4BC}"/>
          </ac:grpSpMkLst>
        </pc:grpChg>
        <pc:picChg chg="add del mod">
          <ac:chgData name="Jumma Mohammad" userId="a4d6f9954acaf41a" providerId="LiveId" clId="{CA163601-8AB6-4476-8D51-3DDE32A887D8}" dt="2026-04-16T10:50:15.812" v="55" actId="26606"/>
          <ac:picMkLst>
            <pc:docMk/>
            <pc:sldMk cId="2572535121" sldId="256"/>
            <ac:picMk id="6" creationId="{0545035F-DA7D-56F3-2C4F-F4AB266ACEEF}"/>
          </ac:picMkLst>
        </pc:picChg>
        <pc:picChg chg="add mod">
          <ac:chgData name="Jumma Mohammad" userId="a4d6f9954acaf41a" providerId="LiveId" clId="{CA163601-8AB6-4476-8D51-3DDE32A887D8}" dt="2026-04-16T11:03:47.691" v="155" actId="26606"/>
          <ac:picMkLst>
            <pc:docMk/>
            <pc:sldMk cId="2572535121" sldId="256"/>
            <ac:picMk id="24" creationId="{60DD1AC4-8897-FF8D-2714-01CBA50E74F3}"/>
          </ac:picMkLst>
        </pc:picChg>
        <pc:cxnChg chg="add del">
          <ac:chgData name="Jumma Mohammad" userId="a4d6f9954acaf41a" providerId="LiveId" clId="{CA163601-8AB6-4476-8D51-3DDE32A887D8}" dt="2026-04-16T10:50:06.339" v="51" actId="26606"/>
          <ac:cxnSpMkLst>
            <pc:docMk/>
            <pc:sldMk cId="2572535121" sldId="256"/>
            <ac:cxnSpMk id="17" creationId="{56020367-4FD5-4596-8E10-C5F095CD8DBF}"/>
          </ac:cxnSpMkLst>
        </pc:cxnChg>
      </pc:sldChg>
      <pc:sldChg chg="addSp delSp modSp new mod setBg">
        <pc:chgData name="Jumma Mohammad" userId="a4d6f9954acaf41a" providerId="LiveId" clId="{CA163601-8AB6-4476-8D51-3DDE32A887D8}" dt="2026-04-16T10:51:36.872" v="73" actId="26606"/>
        <pc:sldMkLst>
          <pc:docMk/>
          <pc:sldMk cId="1616706628" sldId="257"/>
        </pc:sldMkLst>
        <pc:spChg chg="mod">
          <ac:chgData name="Jumma Mohammad" userId="a4d6f9954acaf41a" providerId="LiveId" clId="{CA163601-8AB6-4476-8D51-3DDE32A887D8}" dt="2026-04-16T10:51:36.872" v="73" actId="26606"/>
          <ac:spMkLst>
            <pc:docMk/>
            <pc:sldMk cId="1616706628" sldId="257"/>
            <ac:spMk id="2" creationId="{044E9BA3-D3F4-A56E-FB60-1CE714206982}"/>
          </ac:spMkLst>
        </pc:spChg>
        <pc:spChg chg="add del mod">
          <ac:chgData name="Jumma Mohammad" userId="a4d6f9954acaf41a" providerId="LiveId" clId="{CA163601-8AB6-4476-8D51-3DDE32A887D8}" dt="2026-04-16T10:51:36.872" v="73" actId="26606"/>
          <ac:spMkLst>
            <pc:docMk/>
            <pc:sldMk cId="1616706628" sldId="257"/>
            <ac:spMk id="3" creationId="{7457F484-F578-8BF7-E8B8-562D7C19DE01}"/>
          </ac:spMkLst>
        </pc:spChg>
        <pc:spChg chg="add del">
          <ac:chgData name="Jumma Mohammad" userId="a4d6f9954acaf41a" providerId="LiveId" clId="{CA163601-8AB6-4476-8D51-3DDE32A887D8}" dt="2026-04-16T10:51:36.849" v="72" actId="26606"/>
          <ac:spMkLst>
            <pc:docMk/>
            <pc:sldMk cId="1616706628" sldId="257"/>
            <ac:spMk id="8" creationId="{C9A36457-A5F4-4103-A443-02581C09185B}"/>
          </ac:spMkLst>
        </pc:spChg>
        <pc:spChg chg="add del">
          <ac:chgData name="Jumma Mohammad" userId="a4d6f9954acaf41a" providerId="LiveId" clId="{CA163601-8AB6-4476-8D51-3DDE32A887D8}" dt="2026-04-16T10:51:29.637" v="68" actId="26606"/>
          <ac:spMkLst>
            <pc:docMk/>
            <pc:sldMk cId="1616706628" sldId="257"/>
            <ac:spMk id="9" creationId="{C0763A76-9F1C-4FC5-82B7-DD475DA461B2}"/>
          </ac:spMkLst>
        </pc:spChg>
        <pc:spChg chg="add del">
          <ac:chgData name="Jumma Mohammad" userId="a4d6f9954acaf41a" providerId="LiveId" clId="{CA163601-8AB6-4476-8D51-3DDE32A887D8}" dt="2026-04-16T10:51:32.445" v="70" actId="26606"/>
          <ac:spMkLst>
            <pc:docMk/>
            <pc:sldMk cId="1616706628" sldId="257"/>
            <ac:spMk id="10" creationId="{B50AB553-2A96-4A92-96F2-93548E096954}"/>
          </ac:spMkLst>
        </pc:spChg>
        <pc:spChg chg="add del">
          <ac:chgData name="Jumma Mohammad" userId="a4d6f9954acaf41a" providerId="LiveId" clId="{CA163601-8AB6-4476-8D51-3DDE32A887D8}" dt="2026-04-16T10:51:29.637" v="68" actId="26606"/>
          <ac:spMkLst>
            <pc:docMk/>
            <pc:sldMk cId="1616706628" sldId="257"/>
            <ac:spMk id="11" creationId="{E81BF4F6-F2CF-4984-9D14-D6966D92F99F}"/>
          </ac:spMkLst>
        </pc:spChg>
        <pc:spChg chg="add del">
          <ac:chgData name="Jumma Mohammad" userId="a4d6f9954acaf41a" providerId="LiveId" clId="{CA163601-8AB6-4476-8D51-3DDE32A887D8}" dt="2026-04-16T10:51:36.849" v="72" actId="26606"/>
          <ac:spMkLst>
            <pc:docMk/>
            <pc:sldMk cId="1616706628" sldId="257"/>
            <ac:spMk id="12" creationId="{142DCE2C-2863-46FA-9BE7-24365A24D9BA}"/>
          </ac:spMkLst>
        </pc:spChg>
        <pc:spChg chg="add del">
          <ac:chgData name="Jumma Mohammad" userId="a4d6f9954acaf41a" providerId="LiveId" clId="{CA163601-8AB6-4476-8D51-3DDE32A887D8}" dt="2026-04-16T10:51:36.849" v="72" actId="26606"/>
          <ac:spMkLst>
            <pc:docMk/>
            <pc:sldMk cId="1616706628" sldId="257"/>
            <ac:spMk id="15" creationId="{DC5FB7E8-B636-40FA-BE8D-48145C0F5C57}"/>
          </ac:spMkLst>
        </pc:spChg>
        <pc:spChg chg="add del">
          <ac:chgData name="Jumma Mohammad" userId="a4d6f9954acaf41a" providerId="LiveId" clId="{CA163601-8AB6-4476-8D51-3DDE32A887D8}" dt="2026-04-16T10:51:36.849" v="72" actId="26606"/>
          <ac:spMkLst>
            <pc:docMk/>
            <pc:sldMk cId="1616706628" sldId="257"/>
            <ac:spMk id="16" creationId="{7457F484-F578-8BF7-E8B8-562D7C19DE01}"/>
          </ac:spMkLst>
        </pc:spChg>
        <pc:spChg chg="add">
          <ac:chgData name="Jumma Mohammad" userId="a4d6f9954acaf41a" providerId="LiveId" clId="{CA163601-8AB6-4476-8D51-3DDE32A887D8}" dt="2026-04-16T10:51:36.872" v="73" actId="26606"/>
          <ac:spMkLst>
            <pc:docMk/>
            <pc:sldMk cId="1616706628" sldId="257"/>
            <ac:spMk id="18" creationId="{C0763A76-9F1C-4FC5-82B7-DD475DA461B2}"/>
          </ac:spMkLst>
        </pc:spChg>
        <pc:spChg chg="add">
          <ac:chgData name="Jumma Mohammad" userId="a4d6f9954acaf41a" providerId="LiveId" clId="{CA163601-8AB6-4476-8D51-3DDE32A887D8}" dt="2026-04-16T10:51:36.872" v="73" actId="26606"/>
          <ac:spMkLst>
            <pc:docMk/>
            <pc:sldMk cId="1616706628" sldId="257"/>
            <ac:spMk id="19" creationId="{E81BF4F6-F2CF-4984-9D14-D6966D92F99F}"/>
          </ac:spMkLst>
        </pc:spChg>
        <pc:spChg chg="add">
          <ac:chgData name="Jumma Mohammad" userId="a4d6f9954acaf41a" providerId="LiveId" clId="{CA163601-8AB6-4476-8D51-3DDE32A887D8}" dt="2026-04-16T10:51:36.872" v="73" actId="26606"/>
          <ac:spMkLst>
            <pc:docMk/>
            <pc:sldMk cId="1616706628" sldId="257"/>
            <ac:spMk id="20" creationId="{7457F484-F578-8BF7-E8B8-562D7C19DE01}"/>
          </ac:spMkLst>
        </pc:spChg>
        <pc:graphicFrameChg chg="add del">
          <ac:chgData name="Jumma Mohammad" userId="a4d6f9954acaf41a" providerId="LiveId" clId="{CA163601-8AB6-4476-8D51-3DDE32A887D8}" dt="2026-04-16T10:51:32.445" v="70" actId="26606"/>
          <ac:graphicFrameMkLst>
            <pc:docMk/>
            <pc:sldMk cId="1616706628" sldId="257"/>
            <ac:graphicFrameMk id="13" creationId="{8CEDF9B3-1B50-1ED2-DE56-1D8562354D39}"/>
          </ac:graphicFrameMkLst>
        </pc:graphicFrameChg>
        <pc:picChg chg="add del">
          <ac:chgData name="Jumma Mohammad" userId="a4d6f9954acaf41a" providerId="LiveId" clId="{CA163601-8AB6-4476-8D51-3DDE32A887D8}" dt="2026-04-16T10:51:29.637" v="68" actId="26606"/>
          <ac:picMkLst>
            <pc:docMk/>
            <pc:sldMk cId="1616706628" sldId="257"/>
            <ac:picMk id="5" creationId="{ED3BAAD1-22FA-4221-72F2-C7D52ED6E30D}"/>
          </ac:picMkLst>
        </pc:picChg>
        <pc:picChg chg="add del">
          <ac:chgData name="Jumma Mohammad" userId="a4d6f9954acaf41a" providerId="LiveId" clId="{CA163601-8AB6-4476-8D51-3DDE32A887D8}" dt="2026-04-16T10:51:32.445" v="70" actId="26606"/>
          <ac:picMkLst>
            <pc:docMk/>
            <pc:sldMk cId="1616706628" sldId="257"/>
            <ac:picMk id="6" creationId="{11A9F3BA-1BC5-40BF-F500-F5019F4B55A3}"/>
          </ac:picMkLst>
        </pc:picChg>
        <pc:picChg chg="add">
          <ac:chgData name="Jumma Mohammad" userId="a4d6f9954acaf41a" providerId="LiveId" clId="{CA163601-8AB6-4476-8D51-3DDE32A887D8}" dt="2026-04-16T10:51:36.872" v="73" actId="26606"/>
          <ac:picMkLst>
            <pc:docMk/>
            <pc:sldMk cId="1616706628" sldId="257"/>
            <ac:picMk id="21" creationId="{ED3BAAD1-22FA-4221-72F2-C7D52ED6E30D}"/>
          </ac:picMkLst>
        </pc:picChg>
      </pc:sldChg>
      <pc:sldChg chg="addSp delSp modSp new mod setBg">
        <pc:chgData name="Jumma Mohammad" userId="a4d6f9954acaf41a" providerId="LiveId" clId="{CA163601-8AB6-4476-8D51-3DDE32A887D8}" dt="2026-04-16T10:51:18.628" v="66" actId="26606"/>
        <pc:sldMkLst>
          <pc:docMk/>
          <pc:sldMk cId="2421965826" sldId="258"/>
        </pc:sldMkLst>
        <pc:spChg chg="mod">
          <ac:chgData name="Jumma Mohammad" userId="a4d6f9954acaf41a" providerId="LiveId" clId="{CA163601-8AB6-4476-8D51-3DDE32A887D8}" dt="2026-04-16T10:51:18.628" v="66" actId="26606"/>
          <ac:spMkLst>
            <pc:docMk/>
            <pc:sldMk cId="2421965826" sldId="258"/>
            <ac:spMk id="2" creationId="{B3FDA8C0-ED44-3585-51D0-A875ABC78070}"/>
          </ac:spMkLst>
        </pc:spChg>
        <pc:spChg chg="del">
          <ac:chgData name="Jumma Mohammad" userId="a4d6f9954acaf41a" providerId="LiveId" clId="{CA163601-8AB6-4476-8D51-3DDE32A887D8}" dt="2026-04-16T10:48:39.675" v="49"/>
          <ac:spMkLst>
            <pc:docMk/>
            <pc:sldMk cId="2421965826" sldId="258"/>
            <ac:spMk id="3" creationId="{6FBE89AF-9861-0444-5844-67903600BC17}"/>
          </ac:spMkLst>
        </pc:spChg>
        <pc:spChg chg="add mod ord">
          <ac:chgData name="Jumma Mohammad" userId="a4d6f9954acaf41a" providerId="LiveId" clId="{CA163601-8AB6-4476-8D51-3DDE32A887D8}" dt="2026-04-16T10:51:18.628" v="66" actId="26606"/>
          <ac:spMkLst>
            <pc:docMk/>
            <pc:sldMk cId="2421965826" sldId="258"/>
            <ac:spMk id="4" creationId="{DFD1CB59-16F0-0CDC-021D-C3CF2AFE4623}"/>
          </ac:spMkLst>
        </pc:spChg>
        <pc:spChg chg="add del">
          <ac:chgData name="Jumma Mohammad" userId="a4d6f9954acaf41a" providerId="LiveId" clId="{CA163601-8AB6-4476-8D51-3DDE32A887D8}" dt="2026-04-16T10:51:18.618" v="65" actId="26606"/>
          <ac:spMkLst>
            <pc:docMk/>
            <pc:sldMk cId="2421965826" sldId="258"/>
            <ac:spMk id="11" creationId="{9D25F302-27C5-414F-97F8-6EA0A6C028BA}"/>
          </ac:spMkLst>
        </pc:spChg>
        <pc:spChg chg="add del">
          <ac:chgData name="Jumma Mohammad" userId="a4d6f9954acaf41a" providerId="LiveId" clId="{CA163601-8AB6-4476-8D51-3DDE32A887D8}" dt="2026-04-16T10:51:18.618" v="65" actId="26606"/>
          <ac:spMkLst>
            <pc:docMk/>
            <pc:sldMk cId="2421965826" sldId="258"/>
            <ac:spMk id="13" creationId="{830A36F8-48C2-4842-A87B-8CE8DF4E7FD2}"/>
          </ac:spMkLst>
        </pc:spChg>
        <pc:spChg chg="add del">
          <ac:chgData name="Jumma Mohammad" userId="a4d6f9954acaf41a" providerId="LiveId" clId="{CA163601-8AB6-4476-8D51-3DDE32A887D8}" dt="2026-04-16T10:51:18.618" v="65" actId="26606"/>
          <ac:spMkLst>
            <pc:docMk/>
            <pc:sldMk cId="2421965826" sldId="258"/>
            <ac:spMk id="15" creationId="{8F451A30-466B-4996-9BA5-CD6ABCC6D558}"/>
          </ac:spMkLst>
        </pc:spChg>
        <pc:spChg chg="add">
          <ac:chgData name="Jumma Mohammad" userId="a4d6f9954acaf41a" providerId="LiveId" clId="{CA163601-8AB6-4476-8D51-3DDE32A887D8}" dt="2026-04-16T10:51:18.628" v="66" actId="26606"/>
          <ac:spMkLst>
            <pc:docMk/>
            <pc:sldMk cId="2421965826" sldId="258"/>
            <ac:spMk id="17" creationId="{8B3A2D1A-45FC-4F95-B150-1C13EF2F6D09}"/>
          </ac:spMkLst>
        </pc:spChg>
        <pc:spChg chg="add">
          <ac:chgData name="Jumma Mohammad" userId="a4d6f9954acaf41a" providerId="LiveId" clId="{CA163601-8AB6-4476-8D51-3DDE32A887D8}" dt="2026-04-16T10:51:18.628" v="66" actId="26606"/>
          <ac:spMkLst>
            <pc:docMk/>
            <pc:sldMk cId="2421965826" sldId="258"/>
            <ac:spMk id="18" creationId="{39C3C864-C625-4883-B868-9A4C470F4DD5}"/>
          </ac:spMkLst>
        </pc:spChg>
        <pc:picChg chg="add mod">
          <ac:chgData name="Jumma Mohammad" userId="a4d6f9954acaf41a" providerId="LiveId" clId="{CA163601-8AB6-4476-8D51-3DDE32A887D8}" dt="2026-04-16T10:51:18.628" v="66" actId="26606"/>
          <ac:picMkLst>
            <pc:docMk/>
            <pc:sldMk cId="2421965826" sldId="258"/>
            <ac:picMk id="6" creationId="{D65CE94A-B94E-1296-6CCB-F72E10ACA5DD}"/>
          </ac:picMkLst>
        </pc:picChg>
      </pc:sldChg>
      <pc:sldChg chg="addSp delSp modSp new mod setBg">
        <pc:chgData name="Jumma Mohammad" userId="a4d6f9954acaf41a" providerId="LiveId" clId="{CA163601-8AB6-4476-8D51-3DDE32A887D8}" dt="2026-04-16T10:54:45.527" v="94" actId="14100"/>
        <pc:sldMkLst>
          <pc:docMk/>
          <pc:sldMk cId="1901818941" sldId="259"/>
        </pc:sldMkLst>
        <pc:spChg chg="mod">
          <ac:chgData name="Jumma Mohammad" userId="a4d6f9954acaf41a" providerId="LiveId" clId="{CA163601-8AB6-4476-8D51-3DDE32A887D8}" dt="2026-04-16T10:54:38.491" v="93" actId="26606"/>
          <ac:spMkLst>
            <pc:docMk/>
            <pc:sldMk cId="1901818941" sldId="259"/>
            <ac:spMk id="2" creationId="{321CC90C-7083-D3CD-3B9A-083D551AE924}"/>
          </ac:spMkLst>
        </pc:spChg>
        <pc:spChg chg="del">
          <ac:chgData name="Jumma Mohammad" userId="a4d6f9954acaf41a" providerId="LiveId" clId="{CA163601-8AB6-4476-8D51-3DDE32A887D8}" dt="2026-04-16T10:52:22.995" v="83"/>
          <ac:spMkLst>
            <pc:docMk/>
            <pc:sldMk cId="1901818941" sldId="259"/>
            <ac:spMk id="3" creationId="{EE2357E3-ECAD-A192-A7CE-D260D6401013}"/>
          </ac:spMkLst>
        </pc:spChg>
        <pc:spChg chg="add mod ord">
          <ac:chgData name="Jumma Mohammad" userId="a4d6f9954acaf41a" providerId="LiveId" clId="{CA163601-8AB6-4476-8D51-3DDE32A887D8}" dt="2026-04-16T10:54:38.491" v="93" actId="26606"/>
          <ac:spMkLst>
            <pc:docMk/>
            <pc:sldMk cId="1901818941" sldId="259"/>
            <ac:spMk id="4" creationId="{307533FE-50E8-C0FA-27B4-1998DF9B48FF}"/>
          </ac:spMkLst>
        </pc:spChg>
        <pc:spChg chg="add del">
          <ac:chgData name="Jumma Mohammad" userId="a4d6f9954acaf41a" providerId="LiveId" clId="{CA163601-8AB6-4476-8D51-3DDE32A887D8}" dt="2026-04-16T10:54:38.482" v="92" actId="26606"/>
          <ac:spMkLst>
            <pc:docMk/>
            <pc:sldMk cId="1901818941" sldId="259"/>
            <ac:spMk id="13" creationId="{50DF6B93-F3AC-40E0-8651-89582E5E8702}"/>
          </ac:spMkLst>
        </pc:spChg>
        <pc:spChg chg="add del">
          <ac:chgData name="Jumma Mohammad" userId="a4d6f9954acaf41a" providerId="LiveId" clId="{CA163601-8AB6-4476-8D51-3DDE32A887D8}" dt="2026-04-16T10:54:38.482" v="92" actId="26606"/>
          <ac:spMkLst>
            <pc:docMk/>
            <pc:sldMk cId="1901818941" sldId="259"/>
            <ac:spMk id="15" creationId="{E8027539-FDC1-4BD7-ABD3-2C96884650DB}"/>
          </ac:spMkLst>
        </pc:spChg>
        <pc:spChg chg="add del">
          <ac:chgData name="Jumma Mohammad" userId="a4d6f9954acaf41a" providerId="LiveId" clId="{CA163601-8AB6-4476-8D51-3DDE32A887D8}" dt="2026-04-16T10:54:38.482" v="92" actId="26606"/>
          <ac:spMkLst>
            <pc:docMk/>
            <pc:sldMk cId="1901818941" sldId="259"/>
            <ac:spMk id="17" creationId="{8746EFA5-E6C7-4867-8011-E729148E8DFC}"/>
          </ac:spMkLst>
        </pc:spChg>
        <pc:spChg chg="add">
          <ac:chgData name="Jumma Mohammad" userId="a4d6f9954acaf41a" providerId="LiveId" clId="{CA163601-8AB6-4476-8D51-3DDE32A887D8}" dt="2026-04-16T10:54:38.491" v="93" actId="26606"/>
          <ac:spMkLst>
            <pc:docMk/>
            <pc:sldMk cId="1901818941" sldId="259"/>
            <ac:spMk id="20" creationId="{7E6D2D34-4BB4-460B-8844-027610FB21F5}"/>
          </ac:spMkLst>
        </pc:spChg>
        <pc:grpChg chg="add">
          <ac:chgData name="Jumma Mohammad" userId="a4d6f9954acaf41a" providerId="LiveId" clId="{CA163601-8AB6-4476-8D51-3DDE32A887D8}" dt="2026-04-16T10:54:38.491" v="93" actId="26606"/>
          <ac:grpSpMkLst>
            <pc:docMk/>
            <pc:sldMk cId="1901818941" sldId="259"/>
            <ac:grpSpMk id="21" creationId="{C5314570-9B06-4D37-8CBD-EDD67C2FA205}"/>
          </ac:grpSpMkLst>
        </pc:grpChg>
        <pc:picChg chg="add mod ord">
          <ac:chgData name="Jumma Mohammad" userId="a4d6f9954acaf41a" providerId="LiveId" clId="{CA163601-8AB6-4476-8D51-3DDE32A887D8}" dt="2026-04-16T10:54:45.527" v="94" actId="14100"/>
          <ac:picMkLst>
            <pc:docMk/>
            <pc:sldMk cId="1901818941" sldId="259"/>
            <ac:picMk id="6" creationId="{A73B784D-1D41-36D6-779A-48F374C8306F}"/>
          </ac:picMkLst>
        </pc:picChg>
        <pc:picChg chg="add mod">
          <ac:chgData name="Jumma Mohammad" userId="a4d6f9954acaf41a" providerId="LiveId" clId="{CA163601-8AB6-4476-8D51-3DDE32A887D8}" dt="2026-04-16T10:54:38.491" v="93" actId="26606"/>
          <ac:picMkLst>
            <pc:docMk/>
            <pc:sldMk cId="1901818941" sldId="259"/>
            <ac:picMk id="8" creationId="{66E40C05-C726-3844-3EF0-90B1C18ED24A}"/>
          </ac:picMkLst>
        </pc:picChg>
      </pc:sldChg>
      <pc:sldChg chg="addSp delSp modSp new mod setBg">
        <pc:chgData name="Jumma Mohammad" userId="a4d6f9954acaf41a" providerId="LiveId" clId="{CA163601-8AB6-4476-8D51-3DDE32A887D8}" dt="2026-04-16T23:40:53.168" v="157" actId="1076"/>
        <pc:sldMkLst>
          <pc:docMk/>
          <pc:sldMk cId="2613257945" sldId="260"/>
        </pc:sldMkLst>
        <pc:spChg chg="mod">
          <ac:chgData name="Jumma Mohammad" userId="a4d6f9954acaf41a" providerId="LiveId" clId="{CA163601-8AB6-4476-8D51-3DDE32A887D8}" dt="2026-04-16T10:57:48.961" v="110" actId="26606"/>
          <ac:spMkLst>
            <pc:docMk/>
            <pc:sldMk cId="2613257945" sldId="260"/>
            <ac:spMk id="2" creationId="{0B4956B7-455F-9CC4-E7FC-09981D08EFC7}"/>
          </ac:spMkLst>
        </pc:spChg>
        <pc:spChg chg="del">
          <ac:chgData name="Jumma Mohammad" userId="a4d6f9954acaf41a" providerId="LiveId" clId="{CA163601-8AB6-4476-8D51-3DDE32A887D8}" dt="2026-04-16T10:55:58.920" v="97"/>
          <ac:spMkLst>
            <pc:docMk/>
            <pc:sldMk cId="2613257945" sldId="260"/>
            <ac:spMk id="3" creationId="{4674CE2B-C266-DDCC-A244-C8A927C40F31}"/>
          </ac:spMkLst>
        </pc:spChg>
        <pc:spChg chg="add mod ord">
          <ac:chgData name="Jumma Mohammad" userId="a4d6f9954acaf41a" providerId="LiveId" clId="{CA163601-8AB6-4476-8D51-3DDE32A887D8}" dt="2026-04-16T10:57:48.961" v="110" actId="26606"/>
          <ac:spMkLst>
            <pc:docMk/>
            <pc:sldMk cId="2613257945" sldId="260"/>
            <ac:spMk id="4" creationId="{34EEA3C7-2ACE-46C5-C887-92F476D4C32D}"/>
          </ac:spMkLst>
        </pc:spChg>
        <pc:spChg chg="add del">
          <ac:chgData name="Jumma Mohammad" userId="a4d6f9954acaf41a" providerId="LiveId" clId="{CA163601-8AB6-4476-8D51-3DDE32A887D8}" dt="2026-04-16T10:57:37.958" v="109" actId="26606"/>
          <ac:spMkLst>
            <pc:docMk/>
            <pc:sldMk cId="2613257945" sldId="260"/>
            <ac:spMk id="15" creationId="{AD96FDFD-4E42-4A06-B8B5-768A1DB9C2A9}"/>
          </ac:spMkLst>
        </pc:spChg>
        <pc:spChg chg="add del">
          <ac:chgData name="Jumma Mohammad" userId="a4d6f9954acaf41a" providerId="LiveId" clId="{CA163601-8AB6-4476-8D51-3DDE32A887D8}" dt="2026-04-16T10:57:33.884" v="106" actId="26606"/>
          <ac:spMkLst>
            <pc:docMk/>
            <pc:sldMk cId="2613257945" sldId="260"/>
            <ac:spMk id="20" creationId="{4C3A44BB-E01C-4AA8-B2C8-32FC346D2ED7}"/>
          </ac:spMkLst>
        </pc:spChg>
        <pc:spChg chg="add del">
          <ac:chgData name="Jumma Mohammad" userId="a4d6f9954acaf41a" providerId="LiveId" clId="{CA163601-8AB6-4476-8D51-3DDE32A887D8}" dt="2026-04-16T10:57:37.952" v="108" actId="26606"/>
          <ac:spMkLst>
            <pc:docMk/>
            <pc:sldMk cId="2613257945" sldId="260"/>
            <ac:spMk id="22" creationId="{90464369-70FA-42AF-948F-80664CA7BFE5}"/>
          </ac:spMkLst>
        </pc:spChg>
        <pc:spChg chg="add del">
          <ac:chgData name="Jumma Mohammad" userId="a4d6f9954acaf41a" providerId="LiveId" clId="{CA163601-8AB6-4476-8D51-3DDE32A887D8}" dt="2026-04-16T10:57:37.952" v="108" actId="26606"/>
          <ac:spMkLst>
            <pc:docMk/>
            <pc:sldMk cId="2613257945" sldId="260"/>
            <ac:spMk id="23" creationId="{7BC3FCA0-6855-447A-BD0C-80410E313366}"/>
          </ac:spMkLst>
        </pc:spChg>
        <pc:spChg chg="add del">
          <ac:chgData name="Jumma Mohammad" userId="a4d6f9954acaf41a" providerId="LiveId" clId="{CA163601-8AB6-4476-8D51-3DDE32A887D8}" dt="2026-04-16T10:57:37.952" v="108" actId="26606"/>
          <ac:spMkLst>
            <pc:docMk/>
            <pc:sldMk cId="2613257945" sldId="260"/>
            <ac:spMk id="24" creationId="{CC552A98-EF7D-4D42-AB69-066B786AB55B}"/>
          </ac:spMkLst>
        </pc:spChg>
        <pc:spChg chg="add del">
          <ac:chgData name="Jumma Mohammad" userId="a4d6f9954acaf41a" providerId="LiveId" clId="{CA163601-8AB6-4476-8D51-3DDE32A887D8}" dt="2026-04-16T10:57:37.952" v="108" actId="26606"/>
          <ac:spMkLst>
            <pc:docMk/>
            <pc:sldMk cId="2613257945" sldId="260"/>
            <ac:spMk id="26" creationId="{A6604B49-AD5C-4590-B051-06C8222ECD99}"/>
          </ac:spMkLst>
        </pc:spChg>
        <pc:spChg chg="add del">
          <ac:chgData name="Jumma Mohammad" userId="a4d6f9954acaf41a" providerId="LiveId" clId="{CA163601-8AB6-4476-8D51-3DDE32A887D8}" dt="2026-04-16T10:57:37.952" v="108" actId="26606"/>
          <ac:spMkLst>
            <pc:docMk/>
            <pc:sldMk cId="2613257945" sldId="260"/>
            <ac:spMk id="28" creationId="{4335D5A6-AB7A-4677-8D44-034515D66C4B}"/>
          </ac:spMkLst>
        </pc:spChg>
        <pc:spChg chg="add del">
          <ac:chgData name="Jumma Mohammad" userId="a4d6f9954acaf41a" providerId="LiveId" clId="{CA163601-8AB6-4476-8D51-3DDE32A887D8}" dt="2026-04-16T10:57:37.952" v="108" actId="26606"/>
          <ac:spMkLst>
            <pc:docMk/>
            <pc:sldMk cId="2613257945" sldId="260"/>
            <ac:spMk id="30" creationId="{0BB19363-8354-4E75-A15C-A08F755171F6}"/>
          </ac:spMkLst>
        </pc:spChg>
        <pc:spChg chg="add del">
          <ac:chgData name="Jumma Mohammad" userId="a4d6f9954acaf41a" providerId="LiveId" clId="{CA163601-8AB6-4476-8D51-3DDE32A887D8}" dt="2026-04-16T10:57:37.952" v="108" actId="26606"/>
          <ac:spMkLst>
            <pc:docMk/>
            <pc:sldMk cId="2613257945" sldId="260"/>
            <ac:spMk id="32" creationId="{A648176E-454C-437C-B0FC-9B82FCF32B24}"/>
          </ac:spMkLst>
        </pc:spChg>
        <pc:spChg chg="add del">
          <ac:chgData name="Jumma Mohammad" userId="a4d6f9954acaf41a" providerId="LiveId" clId="{CA163601-8AB6-4476-8D51-3DDE32A887D8}" dt="2026-04-16T10:57:48.961" v="110" actId="26606"/>
          <ac:spMkLst>
            <pc:docMk/>
            <pc:sldMk cId="2613257945" sldId="260"/>
            <ac:spMk id="34" creationId="{A016CB47-C4D4-4332-9ED0-DBB916252F76}"/>
          </ac:spMkLst>
        </pc:spChg>
        <pc:spChg chg="add del">
          <ac:chgData name="Jumma Mohammad" userId="a4d6f9954acaf41a" providerId="LiveId" clId="{CA163601-8AB6-4476-8D51-3DDE32A887D8}" dt="2026-04-16T10:57:48.961" v="110" actId="26606"/>
          <ac:spMkLst>
            <pc:docMk/>
            <pc:sldMk cId="2613257945" sldId="260"/>
            <ac:spMk id="35" creationId="{95C8260E-968F-44E8-A823-ABB431311926}"/>
          </ac:spMkLst>
        </pc:spChg>
        <pc:spChg chg="add del">
          <ac:chgData name="Jumma Mohammad" userId="a4d6f9954acaf41a" providerId="LiveId" clId="{CA163601-8AB6-4476-8D51-3DDE32A887D8}" dt="2026-04-16T10:57:48.961" v="110" actId="26606"/>
          <ac:spMkLst>
            <pc:docMk/>
            <pc:sldMk cId="2613257945" sldId="260"/>
            <ac:spMk id="36" creationId="{2C1BBA94-3F40-40AA-8BB9-E69E25E537C1}"/>
          </ac:spMkLst>
        </pc:spChg>
        <pc:spChg chg="add del">
          <ac:chgData name="Jumma Mohammad" userId="a4d6f9954acaf41a" providerId="LiveId" clId="{CA163601-8AB6-4476-8D51-3DDE32A887D8}" dt="2026-04-16T10:57:48.961" v="110" actId="26606"/>
          <ac:spMkLst>
            <pc:docMk/>
            <pc:sldMk cId="2613257945" sldId="260"/>
            <ac:spMk id="37" creationId="{FE43805F-24A6-46A4-B19B-54F28347355C}"/>
          </ac:spMkLst>
        </pc:spChg>
        <pc:spChg chg="add">
          <ac:chgData name="Jumma Mohammad" userId="a4d6f9954acaf41a" providerId="LiveId" clId="{CA163601-8AB6-4476-8D51-3DDE32A887D8}" dt="2026-04-16T10:57:48.961" v="110" actId="26606"/>
          <ac:spMkLst>
            <pc:docMk/>
            <pc:sldMk cId="2613257945" sldId="260"/>
            <ac:spMk id="42" creationId="{638B61BD-0EE1-4D29-B894-126CD61C5DED}"/>
          </ac:spMkLst>
        </pc:spChg>
        <pc:spChg chg="add">
          <ac:chgData name="Jumma Mohammad" userId="a4d6f9954acaf41a" providerId="LiveId" clId="{CA163601-8AB6-4476-8D51-3DDE32A887D8}" dt="2026-04-16T10:57:48.961" v="110" actId="26606"/>
          <ac:spMkLst>
            <pc:docMk/>
            <pc:sldMk cId="2613257945" sldId="260"/>
            <ac:spMk id="44" creationId="{BBC14DD5-C584-4158-BF76-ECE3C6DB48AD}"/>
          </ac:spMkLst>
        </pc:spChg>
        <pc:picChg chg="add mod ord">
          <ac:chgData name="Jumma Mohammad" userId="a4d6f9954acaf41a" providerId="LiveId" clId="{CA163601-8AB6-4476-8D51-3DDE32A887D8}" dt="2026-04-16T10:57:48.961" v="110" actId="26606"/>
          <ac:picMkLst>
            <pc:docMk/>
            <pc:sldMk cId="2613257945" sldId="260"/>
            <ac:picMk id="6" creationId="{9514D356-DEB2-BEC3-3FEF-CE9797DC5C3F}"/>
          </ac:picMkLst>
        </pc:picChg>
        <pc:picChg chg="add mod ord">
          <ac:chgData name="Jumma Mohammad" userId="a4d6f9954acaf41a" providerId="LiveId" clId="{CA163601-8AB6-4476-8D51-3DDE32A887D8}" dt="2026-04-16T10:57:48.961" v="110" actId="26606"/>
          <ac:picMkLst>
            <pc:docMk/>
            <pc:sldMk cId="2613257945" sldId="260"/>
            <ac:picMk id="8" creationId="{FE96B645-223A-D297-9645-D8128682729F}"/>
          </ac:picMkLst>
        </pc:picChg>
        <pc:picChg chg="add mod">
          <ac:chgData name="Jumma Mohammad" userId="a4d6f9954acaf41a" providerId="LiveId" clId="{CA163601-8AB6-4476-8D51-3DDE32A887D8}" dt="2026-04-16T23:40:53.168" v="157" actId="1076"/>
          <ac:picMkLst>
            <pc:docMk/>
            <pc:sldMk cId="2613257945" sldId="260"/>
            <ac:picMk id="10" creationId="{181D921D-785B-FBED-C6E4-54233B75C64D}"/>
          </ac:picMkLst>
        </pc:picChg>
      </pc:sldChg>
      <pc:sldChg chg="addSp delSp modSp new mod setBg">
        <pc:chgData name="Jumma Mohammad" userId="a4d6f9954acaf41a" providerId="LiveId" clId="{CA163601-8AB6-4476-8D51-3DDE32A887D8}" dt="2026-04-16T11:00:34.937" v="136" actId="14100"/>
        <pc:sldMkLst>
          <pc:docMk/>
          <pc:sldMk cId="3936262095" sldId="261"/>
        </pc:sldMkLst>
        <pc:spChg chg="mod">
          <ac:chgData name="Jumma Mohammad" userId="a4d6f9954acaf41a" providerId="LiveId" clId="{CA163601-8AB6-4476-8D51-3DDE32A887D8}" dt="2026-04-16T11:00:20.393" v="132" actId="26606"/>
          <ac:spMkLst>
            <pc:docMk/>
            <pc:sldMk cId="3936262095" sldId="261"/>
            <ac:spMk id="2" creationId="{E26B2060-492C-F0EB-73EB-1E75F50B6820}"/>
          </ac:spMkLst>
        </pc:spChg>
        <pc:spChg chg="mod ord">
          <ac:chgData name="Jumma Mohammad" userId="a4d6f9954acaf41a" providerId="LiveId" clId="{CA163601-8AB6-4476-8D51-3DDE32A887D8}" dt="2026-04-16T11:00:20.393" v="132" actId="26606"/>
          <ac:spMkLst>
            <pc:docMk/>
            <pc:sldMk cId="3936262095" sldId="261"/>
            <ac:spMk id="3" creationId="{5657D2D5-C457-3EA9-B397-B506598AC4D1}"/>
          </ac:spMkLst>
        </pc:spChg>
        <pc:spChg chg="add del">
          <ac:chgData name="Jumma Mohammad" userId="a4d6f9954acaf41a" providerId="LiveId" clId="{CA163601-8AB6-4476-8D51-3DDE32A887D8}" dt="2026-04-16T10:59:44.238" v="117" actId="26606"/>
          <ac:spMkLst>
            <pc:docMk/>
            <pc:sldMk cId="3936262095" sldId="261"/>
            <ac:spMk id="12" creationId="{5EF17487-C386-4F99-B5EB-4FD3DF4236B2}"/>
          </ac:spMkLst>
        </pc:spChg>
        <pc:spChg chg="add del">
          <ac:chgData name="Jumma Mohammad" userId="a4d6f9954acaf41a" providerId="LiveId" clId="{CA163601-8AB6-4476-8D51-3DDE32A887D8}" dt="2026-04-16T10:59:44.238" v="117" actId="26606"/>
          <ac:spMkLst>
            <pc:docMk/>
            <pc:sldMk cId="3936262095" sldId="261"/>
            <ac:spMk id="14" creationId="{A0DE92DF-4769-4DE9-93FD-EE31271850CA}"/>
          </ac:spMkLst>
        </pc:spChg>
        <pc:spChg chg="add del">
          <ac:chgData name="Jumma Mohammad" userId="a4d6f9954acaf41a" providerId="LiveId" clId="{CA163601-8AB6-4476-8D51-3DDE32A887D8}" dt="2026-04-16T10:59:47.871" v="119" actId="26606"/>
          <ac:spMkLst>
            <pc:docMk/>
            <pc:sldMk cId="3936262095" sldId="261"/>
            <ac:spMk id="19" creationId="{7E6D2D34-4BB4-460B-8844-027610FB21F5}"/>
          </ac:spMkLst>
        </pc:spChg>
        <pc:spChg chg="add del">
          <ac:chgData name="Jumma Mohammad" userId="a4d6f9954acaf41a" providerId="LiveId" clId="{CA163601-8AB6-4476-8D51-3DDE32A887D8}" dt="2026-04-16T11:00:01.532" v="126" actId="26606"/>
          <ac:spMkLst>
            <pc:docMk/>
            <pc:sldMk cId="3936262095" sldId="261"/>
            <ac:spMk id="22" creationId="{352BEC0E-22F8-46D0-9632-375DB541B06C}"/>
          </ac:spMkLst>
        </pc:spChg>
        <pc:spChg chg="add del">
          <ac:chgData name="Jumma Mohammad" userId="a4d6f9954acaf41a" providerId="LiveId" clId="{CA163601-8AB6-4476-8D51-3DDE32A887D8}" dt="2026-04-16T11:00:01.532" v="126" actId="26606"/>
          <ac:spMkLst>
            <pc:docMk/>
            <pc:sldMk cId="3936262095" sldId="261"/>
            <ac:spMk id="23" creationId="{3FCFB1DE-0B7E-48CC-BA90-B2AB0889F9D6}"/>
          </ac:spMkLst>
        </pc:spChg>
        <pc:spChg chg="add del">
          <ac:chgData name="Jumma Mohammad" userId="a4d6f9954acaf41a" providerId="LiveId" clId="{CA163601-8AB6-4476-8D51-3DDE32A887D8}" dt="2026-04-16T10:59:57.813" v="123" actId="26606"/>
          <ac:spMkLst>
            <pc:docMk/>
            <pc:sldMk cId="3936262095" sldId="261"/>
            <ac:spMk id="28" creationId="{352BEC0E-22F8-46D0-9632-375DB541B06C}"/>
          </ac:spMkLst>
        </pc:spChg>
        <pc:spChg chg="add del">
          <ac:chgData name="Jumma Mohammad" userId="a4d6f9954acaf41a" providerId="LiveId" clId="{CA163601-8AB6-4476-8D51-3DDE32A887D8}" dt="2026-04-16T10:59:57.813" v="123" actId="26606"/>
          <ac:spMkLst>
            <pc:docMk/>
            <pc:sldMk cId="3936262095" sldId="261"/>
            <ac:spMk id="30" creationId="{3FCFB1DE-0B7E-48CC-BA90-B2AB0889F9D6}"/>
          </ac:spMkLst>
        </pc:spChg>
        <pc:spChg chg="add del">
          <ac:chgData name="Jumma Mohammad" userId="a4d6f9954acaf41a" providerId="LiveId" clId="{CA163601-8AB6-4476-8D51-3DDE32A887D8}" dt="2026-04-16T11:00:01.526" v="125" actId="26606"/>
          <ac:spMkLst>
            <pc:docMk/>
            <pc:sldMk cId="3936262095" sldId="261"/>
            <ac:spMk id="32" creationId="{5AC1364A-3E3D-4F0D-8776-78AF3A270DD6}"/>
          </ac:spMkLst>
        </pc:spChg>
        <pc:spChg chg="add del">
          <ac:chgData name="Jumma Mohammad" userId="a4d6f9954acaf41a" providerId="LiveId" clId="{CA163601-8AB6-4476-8D51-3DDE32A887D8}" dt="2026-04-16T11:00:01.526" v="125" actId="26606"/>
          <ac:spMkLst>
            <pc:docMk/>
            <pc:sldMk cId="3936262095" sldId="261"/>
            <ac:spMk id="33" creationId="{3FCFB1DE-0B7E-48CC-BA90-B2AB0889F9D6}"/>
          </ac:spMkLst>
        </pc:spChg>
        <pc:spChg chg="add del">
          <ac:chgData name="Jumma Mohammad" userId="a4d6f9954acaf41a" providerId="LiveId" clId="{CA163601-8AB6-4476-8D51-3DDE32A887D8}" dt="2026-04-16T11:00:20.393" v="132" actId="26606"/>
          <ac:spMkLst>
            <pc:docMk/>
            <pc:sldMk cId="3936262095" sldId="261"/>
            <ac:spMk id="35" creationId="{B5DAA40F-4F28-4316-934E-C55D7C3AA018}"/>
          </ac:spMkLst>
        </pc:spChg>
        <pc:spChg chg="add del">
          <ac:chgData name="Jumma Mohammad" userId="a4d6f9954acaf41a" providerId="LiveId" clId="{CA163601-8AB6-4476-8D51-3DDE32A887D8}" dt="2026-04-16T11:00:20.393" v="132" actId="26606"/>
          <ac:spMkLst>
            <pc:docMk/>
            <pc:sldMk cId="3936262095" sldId="261"/>
            <ac:spMk id="36" creationId="{F6D467C8-A8E0-468B-B88D-9CEEE37BFC59}"/>
          </ac:spMkLst>
        </pc:spChg>
        <pc:spChg chg="add del">
          <ac:chgData name="Jumma Mohammad" userId="a4d6f9954acaf41a" providerId="LiveId" clId="{CA163601-8AB6-4476-8D51-3DDE32A887D8}" dt="2026-04-16T11:00:20.393" v="132" actId="26606"/>
          <ac:spMkLst>
            <pc:docMk/>
            <pc:sldMk cId="3936262095" sldId="261"/>
            <ac:spMk id="37" creationId="{62677C27-4325-4BE2-B2C9-B721DA9E3CD4}"/>
          </ac:spMkLst>
        </pc:spChg>
        <pc:spChg chg="add del">
          <ac:chgData name="Jumma Mohammad" userId="a4d6f9954acaf41a" providerId="LiveId" clId="{CA163601-8AB6-4476-8D51-3DDE32A887D8}" dt="2026-04-16T11:00:18.463" v="129" actId="26606"/>
          <ac:spMkLst>
            <pc:docMk/>
            <pc:sldMk cId="3936262095" sldId="261"/>
            <ac:spMk id="42" creationId="{5AC1364A-3E3D-4F0D-8776-78AF3A270DD6}"/>
          </ac:spMkLst>
        </pc:spChg>
        <pc:spChg chg="add del">
          <ac:chgData name="Jumma Mohammad" userId="a4d6f9954acaf41a" providerId="LiveId" clId="{CA163601-8AB6-4476-8D51-3DDE32A887D8}" dt="2026-04-16T11:00:18.463" v="129" actId="26606"/>
          <ac:spMkLst>
            <pc:docMk/>
            <pc:sldMk cId="3936262095" sldId="261"/>
            <ac:spMk id="44" creationId="{3FCFB1DE-0B7E-48CC-BA90-B2AB0889F9D6}"/>
          </ac:spMkLst>
        </pc:spChg>
        <pc:spChg chg="add del">
          <ac:chgData name="Jumma Mohammad" userId="a4d6f9954acaf41a" providerId="LiveId" clId="{CA163601-8AB6-4476-8D51-3DDE32A887D8}" dt="2026-04-16T11:00:20.386" v="131" actId="26606"/>
          <ac:spMkLst>
            <pc:docMk/>
            <pc:sldMk cId="3936262095" sldId="261"/>
            <ac:spMk id="49" creationId="{6B92FAF7-0AD3-4B47-9111-D0E9CD79E247}"/>
          </ac:spMkLst>
        </pc:spChg>
        <pc:spChg chg="add">
          <ac:chgData name="Jumma Mohammad" userId="a4d6f9954acaf41a" providerId="LiveId" clId="{CA163601-8AB6-4476-8D51-3DDE32A887D8}" dt="2026-04-16T11:00:20.393" v="132" actId="26606"/>
          <ac:spMkLst>
            <pc:docMk/>
            <pc:sldMk cId="3936262095" sldId="261"/>
            <ac:spMk id="57" creationId="{5AC1364A-3E3D-4F0D-8776-78AF3A270DD6}"/>
          </ac:spMkLst>
        </pc:spChg>
        <pc:spChg chg="add">
          <ac:chgData name="Jumma Mohammad" userId="a4d6f9954acaf41a" providerId="LiveId" clId="{CA163601-8AB6-4476-8D51-3DDE32A887D8}" dt="2026-04-16T11:00:20.393" v="132" actId="26606"/>
          <ac:spMkLst>
            <pc:docMk/>
            <pc:sldMk cId="3936262095" sldId="261"/>
            <ac:spMk id="58" creationId="{3FCFB1DE-0B7E-48CC-BA90-B2AB0889F9D6}"/>
          </ac:spMkLst>
        </pc:spChg>
        <pc:grpChg chg="add del">
          <ac:chgData name="Jumma Mohammad" userId="a4d6f9954acaf41a" providerId="LiveId" clId="{CA163601-8AB6-4476-8D51-3DDE32A887D8}" dt="2026-04-16T10:59:47.871" v="119" actId="26606"/>
          <ac:grpSpMkLst>
            <pc:docMk/>
            <pc:sldMk cId="3936262095" sldId="261"/>
            <ac:grpSpMk id="20" creationId="{C5314570-9B06-4D37-8CBD-EDD67C2FA205}"/>
          </ac:grpSpMkLst>
        </pc:grpChg>
        <pc:grpChg chg="add del">
          <ac:chgData name="Jumma Mohammad" userId="a4d6f9954acaf41a" providerId="LiveId" clId="{CA163601-8AB6-4476-8D51-3DDE32A887D8}" dt="2026-04-16T11:00:20.386" v="131" actId="26606"/>
          <ac:grpSpMkLst>
            <pc:docMk/>
            <pc:sldMk cId="3936262095" sldId="261"/>
            <ac:grpSpMk id="50" creationId="{2786ABD8-AB9F-46F2-A7D9-36F1F7338CF9}"/>
          </ac:grpSpMkLst>
        </pc:grpChg>
        <pc:grpChg chg="add del">
          <ac:chgData name="Jumma Mohammad" userId="a4d6f9954acaf41a" providerId="LiveId" clId="{CA163601-8AB6-4476-8D51-3DDE32A887D8}" dt="2026-04-16T11:00:20.386" v="131" actId="26606"/>
          <ac:grpSpMkLst>
            <pc:docMk/>
            <pc:sldMk cId="3936262095" sldId="261"/>
            <ac:grpSpMk id="55" creationId="{D6A77139-BADB-4B2C-BD41-B67A4D37D758}"/>
          </ac:grpSpMkLst>
        </pc:grpChg>
        <pc:picChg chg="add mod ord">
          <ac:chgData name="Jumma Mohammad" userId="a4d6f9954acaf41a" providerId="LiveId" clId="{CA163601-8AB6-4476-8D51-3DDE32A887D8}" dt="2026-04-16T11:00:34.937" v="136" actId="14100"/>
          <ac:picMkLst>
            <pc:docMk/>
            <pc:sldMk cId="3936262095" sldId="261"/>
            <ac:picMk id="5" creationId="{8B1D3FF3-FA84-129D-6235-37DF51610EB7}"/>
          </ac:picMkLst>
        </pc:picChg>
        <pc:picChg chg="add mod">
          <ac:chgData name="Jumma Mohammad" userId="a4d6f9954acaf41a" providerId="LiveId" clId="{CA163601-8AB6-4476-8D51-3DDE32A887D8}" dt="2026-04-16T11:00:28.325" v="133" actId="14100"/>
          <ac:picMkLst>
            <pc:docMk/>
            <pc:sldMk cId="3936262095" sldId="261"/>
            <ac:picMk id="7" creationId="{E743A2FD-B850-84F0-96AB-C821708E0797}"/>
          </ac:picMkLst>
        </pc:picChg>
      </pc:sldChg>
      <pc:sldChg chg="addSp delSp modSp new mod setBg">
        <pc:chgData name="Jumma Mohammad" userId="a4d6f9954acaf41a" providerId="LiveId" clId="{CA163601-8AB6-4476-8D51-3DDE32A887D8}" dt="2026-04-16T11:02:22.156" v="150" actId="26606"/>
        <pc:sldMkLst>
          <pc:docMk/>
          <pc:sldMk cId="2809435385" sldId="262"/>
        </pc:sldMkLst>
        <pc:spChg chg="mod">
          <ac:chgData name="Jumma Mohammad" userId="a4d6f9954acaf41a" providerId="LiveId" clId="{CA163601-8AB6-4476-8D51-3DDE32A887D8}" dt="2026-04-16T11:02:22.156" v="150" actId="26606"/>
          <ac:spMkLst>
            <pc:docMk/>
            <pc:sldMk cId="2809435385" sldId="262"/>
            <ac:spMk id="2" creationId="{870620E1-E712-D919-6079-180668C0F35B}"/>
          </ac:spMkLst>
        </pc:spChg>
        <pc:spChg chg="del">
          <ac:chgData name="Jumma Mohammad" userId="a4d6f9954acaf41a" providerId="LiveId" clId="{CA163601-8AB6-4476-8D51-3DDE32A887D8}" dt="2026-04-16T11:01:07.705" v="139"/>
          <ac:spMkLst>
            <pc:docMk/>
            <pc:sldMk cId="2809435385" sldId="262"/>
            <ac:spMk id="3" creationId="{532D8FF4-1710-29EA-EBDD-9FDF8CFA2D9F}"/>
          </ac:spMkLst>
        </pc:spChg>
        <pc:spChg chg="add del mod">
          <ac:chgData name="Jumma Mohammad" userId="a4d6f9954acaf41a" providerId="LiveId" clId="{CA163601-8AB6-4476-8D51-3DDE32A887D8}" dt="2026-04-16T11:02:22.156" v="150" actId="26606"/>
          <ac:spMkLst>
            <pc:docMk/>
            <pc:sldMk cId="2809435385" sldId="262"/>
            <ac:spMk id="4" creationId="{5FCB4D38-578E-23E1-3DD4-306E30E9DC6A}"/>
          </ac:spMkLst>
        </pc:spChg>
        <pc:spChg chg="add del">
          <ac:chgData name="Jumma Mohammad" userId="a4d6f9954acaf41a" providerId="LiveId" clId="{CA163601-8AB6-4476-8D51-3DDE32A887D8}" dt="2026-04-16T11:02:09.972" v="141" actId="26606"/>
          <ac:spMkLst>
            <pc:docMk/>
            <pc:sldMk cId="2809435385" sldId="262"/>
            <ac:spMk id="10" creationId="{7517A47C-B2E5-4B79-8061-D74B1311AF6E}"/>
          </ac:spMkLst>
        </pc:spChg>
        <pc:spChg chg="add del">
          <ac:chgData name="Jumma Mohammad" userId="a4d6f9954acaf41a" providerId="LiveId" clId="{CA163601-8AB6-4476-8D51-3DDE32A887D8}" dt="2026-04-16T11:02:15.998" v="143" actId="26606"/>
          <ac:spMkLst>
            <pc:docMk/>
            <pc:sldMk cId="2809435385" sldId="262"/>
            <ac:spMk id="11" creationId="{EDDBB197-D710-4A4F-A9CA-FD2177498BE8}"/>
          </ac:spMkLst>
        </pc:spChg>
        <pc:spChg chg="add del">
          <ac:chgData name="Jumma Mohammad" userId="a4d6f9954acaf41a" providerId="LiveId" clId="{CA163601-8AB6-4476-8D51-3DDE32A887D8}" dt="2026-04-16T11:02:09.972" v="141" actId="26606"/>
          <ac:spMkLst>
            <pc:docMk/>
            <pc:sldMk cId="2809435385" sldId="262"/>
            <ac:spMk id="12" creationId="{C505E780-2083-4CB5-A42A-5E0E2908ECC3}"/>
          </ac:spMkLst>
        </pc:spChg>
        <pc:spChg chg="add del">
          <ac:chgData name="Jumma Mohammad" userId="a4d6f9954acaf41a" providerId="LiveId" clId="{CA163601-8AB6-4476-8D51-3DDE32A887D8}" dt="2026-04-16T11:02:15.998" v="143" actId="26606"/>
          <ac:spMkLst>
            <pc:docMk/>
            <pc:sldMk cId="2809435385" sldId="262"/>
            <ac:spMk id="13" creationId="{975D1CFA-2CDB-4B64-BD9F-85744E8DA12F}"/>
          </ac:spMkLst>
        </pc:spChg>
        <pc:spChg chg="add del">
          <ac:chgData name="Jumma Mohammad" userId="a4d6f9954acaf41a" providerId="LiveId" clId="{CA163601-8AB6-4476-8D51-3DDE32A887D8}" dt="2026-04-16T11:02:09.972" v="141" actId="26606"/>
          <ac:spMkLst>
            <pc:docMk/>
            <pc:sldMk cId="2809435385" sldId="262"/>
            <ac:spMk id="14" creationId="{D2C0AE1C-0118-41AE-8A10-7CDCBF10E96F}"/>
          </ac:spMkLst>
        </pc:spChg>
        <pc:spChg chg="add del">
          <ac:chgData name="Jumma Mohammad" userId="a4d6f9954acaf41a" providerId="LiveId" clId="{CA163601-8AB6-4476-8D51-3DDE32A887D8}" dt="2026-04-16T11:02:09.972" v="141" actId="26606"/>
          <ac:spMkLst>
            <pc:docMk/>
            <pc:sldMk cId="2809435385" sldId="262"/>
            <ac:spMk id="16" creationId="{463EEC44-1BA3-44ED-81FC-A644B04B2A44}"/>
          </ac:spMkLst>
        </pc:spChg>
        <pc:spChg chg="add del">
          <ac:chgData name="Jumma Mohammad" userId="a4d6f9954acaf41a" providerId="LiveId" clId="{CA163601-8AB6-4476-8D51-3DDE32A887D8}" dt="2026-04-16T11:02:15.998" v="143" actId="26606"/>
          <ac:spMkLst>
            <pc:docMk/>
            <pc:sldMk cId="2809435385" sldId="262"/>
            <ac:spMk id="20" creationId="{5FCB4D38-578E-23E1-3DD4-306E30E9DC6A}"/>
          </ac:spMkLst>
        </pc:spChg>
        <pc:spChg chg="add del">
          <ac:chgData name="Jumma Mohammad" userId="a4d6f9954acaf41a" providerId="LiveId" clId="{CA163601-8AB6-4476-8D51-3DDE32A887D8}" dt="2026-04-16T11:02:17.467" v="145" actId="26606"/>
          <ac:spMkLst>
            <pc:docMk/>
            <pc:sldMk cId="2809435385" sldId="262"/>
            <ac:spMk id="23" creationId="{BACC6370-2D7E-4714-9D71-7542949D7D5D}"/>
          </ac:spMkLst>
        </pc:spChg>
        <pc:spChg chg="add del">
          <ac:chgData name="Jumma Mohammad" userId="a4d6f9954acaf41a" providerId="LiveId" clId="{CA163601-8AB6-4476-8D51-3DDE32A887D8}" dt="2026-04-16T11:02:17.467" v="145" actId="26606"/>
          <ac:spMkLst>
            <pc:docMk/>
            <pc:sldMk cId="2809435385" sldId="262"/>
            <ac:spMk id="24" creationId="{F68B3F68-107C-434F-AA38-110D5EA91B85}"/>
          </ac:spMkLst>
        </pc:spChg>
        <pc:spChg chg="add del">
          <ac:chgData name="Jumma Mohammad" userId="a4d6f9954acaf41a" providerId="LiveId" clId="{CA163601-8AB6-4476-8D51-3DDE32A887D8}" dt="2026-04-16T11:02:17.467" v="145" actId="26606"/>
          <ac:spMkLst>
            <pc:docMk/>
            <pc:sldMk cId="2809435385" sldId="262"/>
            <ac:spMk id="25" creationId="{AAD0DBB9-1A4B-4391-81D4-CB19F9AB918A}"/>
          </ac:spMkLst>
        </pc:spChg>
        <pc:spChg chg="add del">
          <ac:chgData name="Jumma Mohammad" userId="a4d6f9954acaf41a" providerId="LiveId" clId="{CA163601-8AB6-4476-8D51-3DDE32A887D8}" dt="2026-04-16T11:02:17.467" v="145" actId="26606"/>
          <ac:spMkLst>
            <pc:docMk/>
            <pc:sldMk cId="2809435385" sldId="262"/>
            <ac:spMk id="26" creationId="{063BBA22-50EA-4C4D-BE05-F1CE4E63AA56}"/>
          </ac:spMkLst>
        </pc:spChg>
        <pc:spChg chg="add del">
          <ac:chgData name="Jumma Mohammad" userId="a4d6f9954acaf41a" providerId="LiveId" clId="{CA163601-8AB6-4476-8D51-3DDE32A887D8}" dt="2026-04-16T11:02:20.299" v="147" actId="26606"/>
          <ac:spMkLst>
            <pc:docMk/>
            <pc:sldMk cId="2809435385" sldId="262"/>
            <ac:spMk id="29" creationId="{EDDBB197-D710-4A4F-A9CA-FD2177498BE8}"/>
          </ac:spMkLst>
        </pc:spChg>
        <pc:spChg chg="add del">
          <ac:chgData name="Jumma Mohammad" userId="a4d6f9954acaf41a" providerId="LiveId" clId="{CA163601-8AB6-4476-8D51-3DDE32A887D8}" dt="2026-04-16T11:02:20.299" v="147" actId="26606"/>
          <ac:spMkLst>
            <pc:docMk/>
            <pc:sldMk cId="2809435385" sldId="262"/>
            <ac:spMk id="30" creationId="{975D1CFA-2CDB-4B64-BD9F-85744E8DA12F}"/>
          </ac:spMkLst>
        </pc:spChg>
        <pc:spChg chg="add del">
          <ac:chgData name="Jumma Mohammad" userId="a4d6f9954acaf41a" providerId="LiveId" clId="{CA163601-8AB6-4476-8D51-3DDE32A887D8}" dt="2026-04-16T11:02:20.299" v="147" actId="26606"/>
          <ac:spMkLst>
            <pc:docMk/>
            <pc:sldMk cId="2809435385" sldId="262"/>
            <ac:spMk id="31" creationId="{5FCB4D38-578E-23E1-3DD4-306E30E9DC6A}"/>
          </ac:spMkLst>
        </pc:spChg>
        <pc:spChg chg="add del">
          <ac:chgData name="Jumma Mohammad" userId="a4d6f9954acaf41a" providerId="LiveId" clId="{CA163601-8AB6-4476-8D51-3DDE32A887D8}" dt="2026-04-16T11:02:22.138" v="149" actId="26606"/>
          <ac:spMkLst>
            <pc:docMk/>
            <pc:sldMk cId="2809435385" sldId="262"/>
            <ac:spMk id="36" creationId="{5D7F64A8-D625-4F61-A290-B499BB62ACFF}"/>
          </ac:spMkLst>
        </pc:spChg>
        <pc:spChg chg="add del">
          <ac:chgData name="Jumma Mohammad" userId="a4d6f9954acaf41a" providerId="LiveId" clId="{CA163601-8AB6-4476-8D51-3DDE32A887D8}" dt="2026-04-16T11:02:22.138" v="149" actId="26606"/>
          <ac:spMkLst>
            <pc:docMk/>
            <pc:sldMk cId="2809435385" sldId="262"/>
            <ac:spMk id="38" creationId="{5FCB4D38-578E-23E1-3DD4-306E30E9DC6A}"/>
          </ac:spMkLst>
        </pc:spChg>
        <pc:spChg chg="add">
          <ac:chgData name="Jumma Mohammad" userId="a4d6f9954acaf41a" providerId="LiveId" clId="{CA163601-8AB6-4476-8D51-3DDE32A887D8}" dt="2026-04-16T11:02:22.156" v="150" actId="26606"/>
          <ac:spMkLst>
            <pc:docMk/>
            <pc:sldMk cId="2809435385" sldId="262"/>
            <ac:spMk id="41" creationId="{EDDBB197-D710-4A4F-A9CA-FD2177498BE8}"/>
          </ac:spMkLst>
        </pc:spChg>
        <pc:spChg chg="add">
          <ac:chgData name="Jumma Mohammad" userId="a4d6f9954acaf41a" providerId="LiveId" clId="{CA163601-8AB6-4476-8D51-3DDE32A887D8}" dt="2026-04-16T11:02:22.156" v="150" actId="26606"/>
          <ac:spMkLst>
            <pc:docMk/>
            <pc:sldMk cId="2809435385" sldId="262"/>
            <ac:spMk id="42" creationId="{975D1CFA-2CDB-4B64-BD9F-85744E8DA12F}"/>
          </ac:spMkLst>
        </pc:spChg>
        <pc:spChg chg="add">
          <ac:chgData name="Jumma Mohammad" userId="a4d6f9954acaf41a" providerId="LiveId" clId="{CA163601-8AB6-4476-8D51-3DDE32A887D8}" dt="2026-04-16T11:02:22.156" v="150" actId="26606"/>
          <ac:spMkLst>
            <pc:docMk/>
            <pc:sldMk cId="2809435385" sldId="262"/>
            <ac:spMk id="43" creationId="{5FCB4D38-578E-23E1-3DD4-306E30E9DC6A}"/>
          </ac:spMkLst>
        </pc:spChg>
        <pc:grpChg chg="add del">
          <ac:chgData name="Jumma Mohammad" userId="a4d6f9954acaf41a" providerId="LiveId" clId="{CA163601-8AB6-4476-8D51-3DDE32A887D8}" dt="2026-04-16T11:02:15.998" v="143" actId="26606"/>
          <ac:grpSpMkLst>
            <pc:docMk/>
            <pc:sldMk cId="2809435385" sldId="262"/>
            <ac:grpSpMk id="15" creationId="{25EE5136-01F1-466C-962D-BA9B4C6757AA}"/>
          </ac:grpSpMkLst>
        </pc:grpChg>
        <pc:grpChg chg="add del">
          <ac:chgData name="Jumma Mohammad" userId="a4d6f9954acaf41a" providerId="LiveId" clId="{CA163601-8AB6-4476-8D51-3DDE32A887D8}" dt="2026-04-16T11:02:20.299" v="147" actId="26606"/>
          <ac:grpSpMkLst>
            <pc:docMk/>
            <pc:sldMk cId="2809435385" sldId="262"/>
            <ac:grpSpMk id="32" creationId="{25EE5136-01F1-466C-962D-BA9B4C6757AA}"/>
          </ac:grpSpMkLst>
        </pc:grpChg>
        <pc:grpChg chg="add">
          <ac:chgData name="Jumma Mohammad" userId="a4d6f9954acaf41a" providerId="LiveId" clId="{CA163601-8AB6-4476-8D51-3DDE32A887D8}" dt="2026-04-16T11:02:22.156" v="150" actId="26606"/>
          <ac:grpSpMkLst>
            <pc:docMk/>
            <pc:sldMk cId="2809435385" sldId="262"/>
            <ac:grpSpMk id="44" creationId="{25EE5136-01F1-466C-962D-BA9B4C6757AA}"/>
          </ac:grpSpMkLst>
        </pc:grpChg>
        <pc:graphicFrameChg chg="add del">
          <ac:chgData name="Jumma Mohammad" userId="a4d6f9954acaf41a" providerId="LiveId" clId="{CA163601-8AB6-4476-8D51-3DDE32A887D8}" dt="2026-04-16T11:02:09.972" v="141" actId="26606"/>
          <ac:graphicFrameMkLst>
            <pc:docMk/>
            <pc:sldMk cId="2809435385" sldId="262"/>
            <ac:graphicFrameMk id="6" creationId="{E2EAB6BD-8BB9-0D87-1464-93CBB394CB0E}"/>
          </ac:graphicFrameMkLst>
        </pc:graphicFrameChg>
        <pc:graphicFrameChg chg="add del">
          <ac:chgData name="Jumma Mohammad" userId="a4d6f9954acaf41a" providerId="LiveId" clId="{CA163601-8AB6-4476-8D51-3DDE32A887D8}" dt="2026-04-16T11:02:17.467" v="145" actId="26606"/>
          <ac:graphicFrameMkLst>
            <pc:docMk/>
            <pc:sldMk cId="2809435385" sldId="262"/>
            <ac:graphicFrameMk id="27" creationId="{69A2303D-E95B-A940-FF52-146261E17067}"/>
          </ac:graphicFrameMkLst>
        </pc:graphicFrameChg>
        <pc:picChg chg="add del">
          <ac:chgData name="Jumma Mohammad" userId="a4d6f9954acaf41a" providerId="LiveId" clId="{CA163601-8AB6-4476-8D51-3DDE32A887D8}" dt="2026-04-16T11:02:15.998" v="143" actId="26606"/>
          <ac:picMkLst>
            <pc:docMk/>
            <pc:sldMk cId="2809435385" sldId="262"/>
            <ac:picMk id="8" creationId="{D8C244C4-DFFE-E18A-46BA-DAF1B81D1C6D}"/>
          </ac:picMkLst>
        </pc:picChg>
        <pc:picChg chg="add del">
          <ac:chgData name="Jumma Mohammad" userId="a4d6f9954acaf41a" providerId="LiveId" clId="{CA163601-8AB6-4476-8D51-3DDE32A887D8}" dt="2026-04-16T11:02:20.299" v="147" actId="26606"/>
          <ac:picMkLst>
            <pc:docMk/>
            <pc:sldMk cId="2809435385" sldId="262"/>
            <ac:picMk id="34" creationId="{D8C244C4-DFFE-E18A-46BA-DAF1B81D1C6D}"/>
          </ac:picMkLst>
        </pc:picChg>
        <pc:picChg chg="add del">
          <ac:chgData name="Jumma Mohammad" userId="a4d6f9954acaf41a" providerId="LiveId" clId="{CA163601-8AB6-4476-8D51-3DDE32A887D8}" dt="2026-04-16T11:02:22.138" v="149" actId="26606"/>
          <ac:picMkLst>
            <pc:docMk/>
            <pc:sldMk cId="2809435385" sldId="262"/>
            <ac:picMk id="37" creationId="{9CF4F7A6-B1BA-FF59-1A8E-D11D408B4985}"/>
          </ac:picMkLst>
        </pc:picChg>
        <pc:picChg chg="add del">
          <ac:chgData name="Jumma Mohammad" userId="a4d6f9954acaf41a" providerId="LiveId" clId="{CA163601-8AB6-4476-8D51-3DDE32A887D8}" dt="2026-04-16T11:02:22.138" v="149" actId="26606"/>
          <ac:picMkLst>
            <pc:docMk/>
            <pc:sldMk cId="2809435385" sldId="262"/>
            <ac:picMk id="39" creationId="{262CFC85-7172-4A5D-A229-5ACCD1F1175B}"/>
          </ac:picMkLst>
        </pc:picChg>
        <pc:picChg chg="add">
          <ac:chgData name="Jumma Mohammad" userId="a4d6f9954acaf41a" providerId="LiveId" clId="{CA163601-8AB6-4476-8D51-3DDE32A887D8}" dt="2026-04-16T11:02:22.156" v="150" actId="26606"/>
          <ac:picMkLst>
            <pc:docMk/>
            <pc:sldMk cId="2809435385" sldId="262"/>
            <ac:picMk id="46" creationId="{D8C244C4-DFFE-E18A-46BA-DAF1B81D1C6D}"/>
          </ac:picMkLst>
        </pc:picChg>
      </pc:sldChg>
      <pc:sldChg chg="addSp delSp modSp new mod setBg">
        <pc:chgData name="Jumma Mohammad" userId="a4d6f9954acaf41a" providerId="LiveId" clId="{CA163601-8AB6-4476-8D51-3DDE32A887D8}" dt="2026-04-16T11:03:15.083" v="154" actId="26606"/>
        <pc:sldMkLst>
          <pc:docMk/>
          <pc:sldMk cId="1833631844" sldId="263"/>
        </pc:sldMkLst>
        <pc:spChg chg="mod">
          <ac:chgData name="Jumma Mohammad" userId="a4d6f9954acaf41a" providerId="LiveId" clId="{CA163601-8AB6-4476-8D51-3DDE32A887D8}" dt="2026-04-16T11:03:15.083" v="154" actId="26606"/>
          <ac:spMkLst>
            <pc:docMk/>
            <pc:sldMk cId="1833631844" sldId="263"/>
            <ac:spMk id="2" creationId="{F97E1807-9234-4DFC-0FA9-9F2E797644C9}"/>
          </ac:spMkLst>
        </pc:spChg>
        <pc:spChg chg="del">
          <ac:chgData name="Jumma Mohammad" userId="a4d6f9954acaf41a" providerId="LiveId" clId="{CA163601-8AB6-4476-8D51-3DDE32A887D8}" dt="2026-04-16T11:03:06.667" v="153"/>
          <ac:spMkLst>
            <pc:docMk/>
            <pc:sldMk cId="1833631844" sldId="263"/>
            <ac:spMk id="3" creationId="{FF914EA5-3F92-1D6C-B038-3C9F584928DD}"/>
          </ac:spMkLst>
        </pc:spChg>
        <pc:spChg chg="add mod">
          <ac:chgData name="Jumma Mohammad" userId="a4d6f9954acaf41a" providerId="LiveId" clId="{CA163601-8AB6-4476-8D51-3DDE32A887D8}" dt="2026-04-16T11:03:15.083" v="154" actId="26606"/>
          <ac:spMkLst>
            <pc:docMk/>
            <pc:sldMk cId="1833631844" sldId="263"/>
            <ac:spMk id="4" creationId="{91534FF4-057C-CFE8-048C-ADB9ACA8E968}"/>
          </ac:spMkLst>
        </pc:spChg>
        <pc:spChg chg="add">
          <ac:chgData name="Jumma Mohammad" userId="a4d6f9954acaf41a" providerId="LiveId" clId="{CA163601-8AB6-4476-8D51-3DDE32A887D8}" dt="2026-04-16T11:03:15.083" v="154" actId="26606"/>
          <ac:spMkLst>
            <pc:docMk/>
            <pc:sldMk cId="1833631844" sldId="263"/>
            <ac:spMk id="10" creationId="{2C61293E-6EBE-43EF-A52C-9BEBFD7679D4}"/>
          </ac:spMkLst>
        </pc:spChg>
        <pc:spChg chg="add">
          <ac:chgData name="Jumma Mohammad" userId="a4d6f9954acaf41a" providerId="LiveId" clId="{CA163601-8AB6-4476-8D51-3DDE32A887D8}" dt="2026-04-16T11:03:15.083" v="154" actId="26606"/>
          <ac:spMkLst>
            <pc:docMk/>
            <pc:sldMk cId="1833631844" sldId="263"/>
            <ac:spMk id="12" creationId="{21540236-BFD5-4A9D-8840-4703E7F76825}"/>
          </ac:spMkLst>
        </pc:spChg>
        <pc:picChg chg="add">
          <ac:chgData name="Jumma Mohammad" userId="a4d6f9954acaf41a" providerId="LiveId" clId="{CA163601-8AB6-4476-8D51-3DDE32A887D8}" dt="2026-04-16T11:03:15.083" v="154" actId="26606"/>
          <ac:picMkLst>
            <pc:docMk/>
            <pc:sldMk cId="1833631844" sldId="263"/>
            <ac:picMk id="6" creationId="{D35E8DA7-A908-F312-8966-CA97763B322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2573-0B20-C9A9-F582-A0166FB08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8E52B-C1BF-F301-309C-C405D6D06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5AEA4-F1AA-73B3-D5A4-D092CA63E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3B57-E07E-4938-BEE4-C96F0996353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938BE-5BEF-DDC6-2F6C-D76B92D21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CA40E-E2FA-D5FB-E314-D8782D01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19F2-6B3F-444D-B194-706961FBE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8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BFAD-2EEE-9BC4-EEDA-74073EF07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6DC22-C825-8400-6DB6-623BA8C67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CFA46-DC51-E9C6-00E6-52E662D88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3B57-E07E-4938-BEE4-C96F0996353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0542A-0124-91E7-D5DA-5ED39325C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5EE3B-E862-D267-5573-1A1EC5051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19F2-6B3F-444D-B194-706961FBE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293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011D-8A18-23FC-9BA0-2A3BB127A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E49EC-1605-A955-0730-2DACEB8D1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9ADD8-A21B-10CE-117A-87C83DCDE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3B57-E07E-4938-BEE4-C96F0996353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31690-1E46-4F65-310E-630B3420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095C6-FB31-E843-779D-AFD195E9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19F2-6B3F-444D-B194-706961FBE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944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5767D-A032-C0CC-A77E-D792976B7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2129A-1028-62C4-7610-DC3FE96E57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37F47-15F0-B6D7-0B4E-559768B19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969E0-79EB-0DCC-FECE-7FC8F2EC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3B57-E07E-4938-BEE4-C96F0996353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017C2-78C8-50D4-2625-111EF9C7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E6276-3895-25D2-278B-132246FE3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19F2-6B3F-444D-B194-706961FBE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342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59696-F13E-86BA-00EE-1072030A6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C91F3E-5AD1-93EC-4F5D-8A9565BD8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870CC-9A64-FF74-C5B2-15FA71B42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0B163-1B70-21ED-73BC-97AD610738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0D796B-D2A4-0902-4F8A-1BA7C8224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4274C5-2BBD-C6E2-702D-10213EF65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3B57-E07E-4938-BEE4-C96F0996353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689E89-60C1-F91F-3669-01E4DEC9A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A1B10B-700D-DED1-2891-319C40A36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19F2-6B3F-444D-B194-706961FBE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507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C92BA-32A1-5CB6-D7F4-744F70AD0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8F4D96-797A-537D-115E-36445638F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3B57-E07E-4938-BEE4-C96F0996353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43ABCF-07C5-DBCE-C532-6C9CEF9C4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5FCE-16B8-BD28-F2E3-3DE60EB9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19F2-6B3F-444D-B194-706961FBE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05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13BA3F-64CC-82F4-0A99-165A85C64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3B57-E07E-4938-BEE4-C96F0996353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90A101-72DA-98EC-4DCA-E2100084E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7A1EC-9865-1B22-7025-3A96795C4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19F2-6B3F-444D-B194-706961FBE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571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8E5EB-E258-494E-0324-9D778D447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7F729-01F2-BAF4-EB55-3E0FD772E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6154E-7CE2-6944-14D2-D82287639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5DFF5-BEE2-A248-4174-9D9FCD34F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3B57-E07E-4938-BEE4-C96F0996353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6D19D3-A585-817A-D67F-C6B149AE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5706C-DA0F-9AC2-0315-2D2462477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19F2-6B3F-444D-B194-706961FBE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72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A9998-C70F-4C68-B000-D7DBBAB58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2F88B-9437-DC2A-77AA-176E4905E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9A1CE-51E8-44CA-C284-8778180D6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E9F7E-0C9C-9DCB-8355-106B76D65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3B57-E07E-4938-BEE4-C96F0996353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27CB0-0A8D-5236-C8BA-8767C49C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6BB9E-26D7-6A7C-F09C-B189E5F3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19F2-6B3F-444D-B194-706961FBE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87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61DF-062F-2391-FD18-19E52C6C6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D05C8-BC0B-AD7B-B6AE-629BC9265C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1D808-BED3-7F26-FDF2-085E1612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3B57-E07E-4938-BEE4-C96F0996353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93B27-F048-71BB-B52B-AB4F8C0B9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5E1CB-868F-FF01-A6C9-08AD6034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19F2-6B3F-444D-B194-706961FBE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81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E98DE2-58A4-BB5C-BA6A-8BB94B245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716CB2-737B-4871-4966-BE4E84160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D94D4-2BC5-2DF7-786B-8032C0EF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3B57-E07E-4938-BEE4-C96F0996353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2B09A-AC84-C47A-3112-EF335DC7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A855B-BFAA-7677-D205-A5DA6010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A19F2-6B3F-444D-B194-706961FBE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098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CB245D-4AD7-1731-F7B5-894C02371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775DA-C75C-B8F1-FDCC-1356F77C2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C7744-23C6-6FD5-C5C6-BE5D72CBC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253B57-E07E-4938-BEE4-C96F09963533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7BDF3-3E12-F08D-A24E-7EE292C325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CDD4B-0D7B-816F-E0A7-3AA4487057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AA19F2-6B3F-444D-B194-706961FBE8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79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9FB350-B620-2381-0E1E-2ED610A91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5532" y="640080"/>
            <a:ext cx="4196932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600"/>
              <a:t>NorthStar Living UK: Retail Performance Dashboard &amp; Insights</a:t>
            </a:r>
            <a:endParaRPr lang="en-IN" sz="46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69F33B-7733-92D6-1101-E64D667E2F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83831" y="4636008"/>
            <a:ext cx="4198634" cy="15727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lang="en-US" altLang="en-US">
                <a:latin typeface="Arial" panose="020B0604020202020204" pitchFamily="34" charset="0"/>
              </a:rPr>
              <a:t>JUMMA MOHAMMAD TELI	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Tool: Power BI</a:t>
            </a:r>
          </a:p>
        </p:txBody>
      </p:sp>
      <p:pic>
        <p:nvPicPr>
          <p:cNvPr id="24" name="Picture 23" descr="Digital financial graph">
            <a:extLst>
              <a:ext uri="{FF2B5EF4-FFF2-40B4-BE49-F238E27FC236}">
                <a16:creationId xmlns:a16="http://schemas.microsoft.com/office/drawing/2014/main" id="{60DD1AC4-8897-FF8D-2714-01CBA50E74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10" r="7927" b="2"/>
          <a:stretch>
            <a:fillRect/>
          </a:stretch>
        </p:blipFill>
        <p:spPr>
          <a:xfrm>
            <a:off x="866691" y="1216968"/>
            <a:ext cx="5416261" cy="4424065"/>
          </a:xfrm>
          <a:custGeom>
            <a:avLst/>
            <a:gdLst/>
            <a:ahLst/>
            <a:cxnLst/>
            <a:rect l="l" t="t" r="r" b="b"/>
            <a:pathLst>
              <a:path w="5531320" h="4424065">
                <a:moveTo>
                  <a:pt x="4292328" y="3931444"/>
                </a:moveTo>
                <a:cubicBezTo>
                  <a:pt x="3830135" y="4131325"/>
                  <a:pt x="3346708" y="4259111"/>
                  <a:pt x="2855653" y="4364392"/>
                </a:cubicBezTo>
                <a:lnTo>
                  <a:pt x="2855525" y="4364392"/>
                </a:lnTo>
                <a:cubicBezTo>
                  <a:pt x="3386634" y="4394018"/>
                  <a:pt x="3853531" y="4210158"/>
                  <a:pt x="4292328" y="3931444"/>
                </a:cubicBezTo>
                <a:close/>
                <a:moveTo>
                  <a:pt x="4302118" y="3923561"/>
                </a:moveTo>
                <a:lnTo>
                  <a:pt x="4301102" y="3924959"/>
                </a:lnTo>
                <a:lnTo>
                  <a:pt x="4302881" y="3924959"/>
                </a:lnTo>
                <a:close/>
                <a:moveTo>
                  <a:pt x="3885572" y="334733"/>
                </a:moveTo>
                <a:cubicBezTo>
                  <a:pt x="4046889" y="406840"/>
                  <a:pt x="4203653" y="488713"/>
                  <a:pt x="4355013" y="579880"/>
                </a:cubicBezTo>
                <a:cubicBezTo>
                  <a:pt x="4662082" y="768063"/>
                  <a:pt x="4933803" y="995790"/>
                  <a:pt x="5144619" y="1290779"/>
                </a:cubicBezTo>
                <a:cubicBezTo>
                  <a:pt x="5314365" y="1528042"/>
                  <a:pt x="5426258" y="1789591"/>
                  <a:pt x="5468598" y="2088522"/>
                </a:cubicBezTo>
                <a:cubicBezTo>
                  <a:pt x="5479330" y="2001424"/>
                  <a:pt x="5480182" y="1913385"/>
                  <a:pt x="5471141" y="1826083"/>
                </a:cubicBezTo>
                <a:cubicBezTo>
                  <a:pt x="5455337" y="1662962"/>
                  <a:pt x="5406307" y="1504799"/>
                  <a:pt x="5327080" y="1361348"/>
                </a:cubicBezTo>
                <a:cubicBezTo>
                  <a:pt x="5206160" y="1140233"/>
                  <a:pt x="5033362" y="965782"/>
                  <a:pt x="4833354" y="816507"/>
                </a:cubicBezTo>
                <a:cubicBezTo>
                  <a:pt x="4597235" y="640276"/>
                  <a:pt x="4336322" y="509438"/>
                  <a:pt x="4063457" y="400724"/>
                </a:cubicBezTo>
                <a:cubicBezTo>
                  <a:pt x="4033360" y="388607"/>
                  <a:pt x="4003060" y="376909"/>
                  <a:pt x="3972544" y="365631"/>
                </a:cubicBezTo>
                <a:cubicBezTo>
                  <a:pt x="3943680" y="354950"/>
                  <a:pt x="3914563" y="345033"/>
                  <a:pt x="3885572" y="334733"/>
                </a:cubicBezTo>
                <a:close/>
                <a:moveTo>
                  <a:pt x="3865737" y="329520"/>
                </a:moveTo>
                <a:cubicBezTo>
                  <a:pt x="3865737" y="329520"/>
                  <a:pt x="3865737" y="330410"/>
                  <a:pt x="3866500" y="330537"/>
                </a:cubicBezTo>
                <a:lnTo>
                  <a:pt x="3869806" y="330156"/>
                </a:lnTo>
                <a:close/>
                <a:moveTo>
                  <a:pt x="2219772" y="85645"/>
                </a:moveTo>
                <a:cubicBezTo>
                  <a:pt x="2206943" y="84005"/>
                  <a:pt x="2193910" y="85264"/>
                  <a:pt x="2181627" y="89333"/>
                </a:cubicBezTo>
                <a:cubicBezTo>
                  <a:pt x="1932920" y="125113"/>
                  <a:pt x="1690800" y="197118"/>
                  <a:pt x="1462972" y="303073"/>
                </a:cubicBezTo>
                <a:cubicBezTo>
                  <a:pt x="971789" y="529528"/>
                  <a:pt x="578130" y="865460"/>
                  <a:pt x="308698" y="1338461"/>
                </a:cubicBezTo>
                <a:cubicBezTo>
                  <a:pt x="180225" y="1561852"/>
                  <a:pt x="97653" y="1808638"/>
                  <a:pt x="65840" y="2064364"/>
                </a:cubicBezTo>
                <a:cubicBezTo>
                  <a:pt x="71943" y="2050505"/>
                  <a:pt x="77284" y="2036391"/>
                  <a:pt x="82115" y="2022150"/>
                </a:cubicBezTo>
                <a:cubicBezTo>
                  <a:pt x="170104" y="1763653"/>
                  <a:pt x="279580" y="1515073"/>
                  <a:pt x="423261" y="1282260"/>
                </a:cubicBezTo>
                <a:cubicBezTo>
                  <a:pt x="630770" y="945565"/>
                  <a:pt x="895371" y="664944"/>
                  <a:pt x="1231812" y="454001"/>
                </a:cubicBezTo>
                <a:cubicBezTo>
                  <a:pt x="1535193" y="263783"/>
                  <a:pt x="1866802" y="149729"/>
                  <a:pt x="2219772" y="85645"/>
                </a:cubicBezTo>
                <a:close/>
                <a:moveTo>
                  <a:pt x="2612541" y="836"/>
                </a:moveTo>
                <a:cubicBezTo>
                  <a:pt x="2715914" y="-4250"/>
                  <a:pt x="2831240" y="14695"/>
                  <a:pt x="2946311" y="35548"/>
                </a:cubicBezTo>
                <a:cubicBezTo>
                  <a:pt x="3291652" y="98106"/>
                  <a:pt x="3631144" y="182915"/>
                  <a:pt x="3961100" y="303581"/>
                </a:cubicBezTo>
                <a:cubicBezTo>
                  <a:pt x="4278341" y="419543"/>
                  <a:pt x="4581341" y="563350"/>
                  <a:pt x="4854588" y="764502"/>
                </a:cubicBezTo>
                <a:cubicBezTo>
                  <a:pt x="5067438" y="921152"/>
                  <a:pt x="5250408" y="1105521"/>
                  <a:pt x="5377813" y="1339732"/>
                </a:cubicBezTo>
                <a:cubicBezTo>
                  <a:pt x="5459812" y="1489986"/>
                  <a:pt x="5510304" y="1655396"/>
                  <a:pt x="5526198" y="1825829"/>
                </a:cubicBezTo>
                <a:cubicBezTo>
                  <a:pt x="5538277" y="1951327"/>
                  <a:pt x="5527342" y="2074917"/>
                  <a:pt x="5510558" y="2199398"/>
                </a:cubicBezTo>
                <a:cubicBezTo>
                  <a:pt x="5502967" y="2266991"/>
                  <a:pt x="5502713" y="2335195"/>
                  <a:pt x="5509796" y="2402839"/>
                </a:cubicBezTo>
                <a:cubicBezTo>
                  <a:pt x="5534208" y="2664197"/>
                  <a:pt x="5468472" y="2926051"/>
                  <a:pt x="5323520" y="3144890"/>
                </a:cubicBezTo>
                <a:cubicBezTo>
                  <a:pt x="5201340" y="3332234"/>
                  <a:pt x="5041042" y="3491719"/>
                  <a:pt x="4853062" y="3612932"/>
                </a:cubicBezTo>
                <a:cubicBezTo>
                  <a:pt x="4671110" y="3732072"/>
                  <a:pt x="4498566" y="3864563"/>
                  <a:pt x="4316359" y="3982940"/>
                </a:cubicBezTo>
                <a:cubicBezTo>
                  <a:pt x="4019717" y="4175573"/>
                  <a:pt x="3701077" y="4317347"/>
                  <a:pt x="3352557" y="4386771"/>
                </a:cubicBezTo>
                <a:cubicBezTo>
                  <a:pt x="3160954" y="4425590"/>
                  <a:pt x="2964456" y="4434173"/>
                  <a:pt x="2770207" y="4412201"/>
                </a:cubicBezTo>
                <a:cubicBezTo>
                  <a:pt x="2685525" y="4402537"/>
                  <a:pt x="2599953" y="4402410"/>
                  <a:pt x="2514889" y="4393637"/>
                </a:cubicBezTo>
                <a:cubicBezTo>
                  <a:pt x="2307137" y="4370851"/>
                  <a:pt x="2102209" y="4327277"/>
                  <a:pt x="1903167" y="4263562"/>
                </a:cubicBezTo>
                <a:cubicBezTo>
                  <a:pt x="1560623" y="4156119"/>
                  <a:pt x="1238932" y="4006972"/>
                  <a:pt x="948393" y="3794249"/>
                </a:cubicBezTo>
                <a:cubicBezTo>
                  <a:pt x="647554" y="3573897"/>
                  <a:pt x="396813" y="3308660"/>
                  <a:pt x="223634" y="2975526"/>
                </a:cubicBezTo>
                <a:cubicBezTo>
                  <a:pt x="129454" y="2796370"/>
                  <a:pt x="67150" y="2602198"/>
                  <a:pt x="39520" y="2401695"/>
                </a:cubicBezTo>
                <a:cubicBezTo>
                  <a:pt x="34510" y="2367555"/>
                  <a:pt x="26729" y="2333872"/>
                  <a:pt x="16252" y="2300991"/>
                </a:cubicBezTo>
                <a:cubicBezTo>
                  <a:pt x="-9179" y="2218598"/>
                  <a:pt x="-24" y="2135695"/>
                  <a:pt x="11801" y="2053556"/>
                </a:cubicBezTo>
                <a:cubicBezTo>
                  <a:pt x="93686" y="1480615"/>
                  <a:pt x="377868" y="1021983"/>
                  <a:pt x="812850" y="651084"/>
                </a:cubicBezTo>
                <a:cubicBezTo>
                  <a:pt x="1176755" y="340201"/>
                  <a:pt x="1598260" y="146042"/>
                  <a:pt x="2066810" y="52586"/>
                </a:cubicBezTo>
                <a:cubicBezTo>
                  <a:pt x="2154544" y="35039"/>
                  <a:pt x="2243041" y="23087"/>
                  <a:pt x="2332046" y="14441"/>
                </a:cubicBezTo>
                <a:cubicBezTo>
                  <a:pt x="2421052" y="5794"/>
                  <a:pt x="2508913" y="2107"/>
                  <a:pt x="2612541" y="836"/>
                </a:cubicBezTo>
                <a:close/>
              </a:path>
            </a:pathLst>
          </a:custGeom>
        </p:spPr>
      </p:pic>
      <p:sp>
        <p:nvSpPr>
          <p:cNvPr id="50" name="sketchy line">
            <a:extLst>
              <a:ext uri="{FF2B5EF4-FFF2-40B4-BE49-F238E27FC236}">
                <a16:creationId xmlns:a16="http://schemas.microsoft.com/office/drawing/2014/main" id="{3F9B0603-37C5-4312-AE4D-A3D015475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85532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53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4E9BA3-D3F4-A56E-FB60-1CE714206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N" sz="4000"/>
              <a:t>Business Context &amp; Objective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457F484-F578-8BF7-E8B8-562D7C19D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900"/>
              <a:t>NorthStar Living UK is a mid-sized retail business operating across multiple UK regions through both online and in-store channels. The company wants to better understand its sales performance, profitability, customer behaviour and return patterns.</a:t>
            </a:r>
          </a:p>
          <a:p>
            <a:r>
              <a:rPr lang="en-US" sz="1900"/>
              <a:t>The objective of this analysis is to build a dashboard that provides clear insights into revenue, profit, discounting, customer segments, returns and operational performance to support better decision-making.</a:t>
            </a:r>
          </a:p>
          <a:p>
            <a:endParaRPr lang="en-IN" sz="1900"/>
          </a:p>
        </p:txBody>
      </p:sp>
      <p:pic>
        <p:nvPicPr>
          <p:cNvPr id="21" name="Picture 20" descr="Desk with productivity items">
            <a:extLst>
              <a:ext uri="{FF2B5EF4-FFF2-40B4-BE49-F238E27FC236}">
                <a16:creationId xmlns:a16="http://schemas.microsoft.com/office/drawing/2014/main" id="{ED3BAAD1-22FA-4221-72F2-C7D52ED6E3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25" r="1267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0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FDA8C0-ED44-3585-51D0-A875ABC78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IN"/>
              <a:t>Key Performance Overview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5CE94A-B94E-1296-6CCB-F72E10AC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5" y="1393083"/>
            <a:ext cx="9875259" cy="79002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FD1CB59-16F0-0CDC-021D-C3CF2AFE4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30779" y="3884452"/>
            <a:ext cx="5723021" cy="239871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Total Revenue reached £733K with strong overall performance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Profit margin stands at 31%, indicating healthy profitability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Return rate remains relatively low at 3.66%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Customer satisfaction averages 4.17, showing positive customer experience </a:t>
            </a:r>
          </a:p>
        </p:txBody>
      </p:sp>
    </p:spTree>
    <p:extLst>
      <p:ext uri="{BB962C8B-B14F-4D97-AF65-F5344CB8AC3E}">
        <p14:creationId xmlns:p14="http://schemas.microsoft.com/office/powerpoint/2010/main" val="242196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E6D2D34-4BB4-460B-8844-027610FB2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1CC90C-7083-D3CD-3B9A-083D551AE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5996"/>
          </a:xfrm>
        </p:spPr>
        <p:txBody>
          <a:bodyPr anchor="b">
            <a:normAutofit/>
          </a:bodyPr>
          <a:lstStyle/>
          <a:p>
            <a:r>
              <a:rPr lang="en-IN" sz="3600" dirty="0">
                <a:solidFill>
                  <a:schemeClr val="tx2"/>
                </a:solidFill>
              </a:rPr>
              <a:t>Regional and Time-Based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3B784D-1D41-36D6-779A-48F374C83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00" y="602673"/>
            <a:ext cx="3320035" cy="276615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5314570-9B06-4D37-8CBD-EDD67C2FA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-4155"/>
            <a:ext cx="2514948" cy="2174333"/>
            <a:chOff x="-305" y="-4155"/>
            <a:chExt cx="2514948" cy="217433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204F55B-358D-4FB5-9979-6724C6415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4F77C62-9DDF-48D3-A074-159A3276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EB07022-F30B-49CA-B1DD-A826815C4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C47E16-167C-48BF-9FC9-08787D348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6E40C05-C726-3844-3EF0-90B1C18ED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137" y="3462198"/>
            <a:ext cx="3460174" cy="27661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07533FE-50E8-C0FA-27B4-1998DF9B48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0574" y="2421682"/>
            <a:ext cx="4977578" cy="36392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Revenue and profit show stable growth over time with slight fluctuations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Certain regions outperform others in both revenue and profitability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Some regions generate high revenue but relatively lower profit margins, indicating cost or discount pressure </a:t>
            </a:r>
          </a:p>
        </p:txBody>
      </p:sp>
    </p:spTree>
    <p:extLst>
      <p:ext uri="{BB962C8B-B14F-4D97-AF65-F5344CB8AC3E}">
        <p14:creationId xmlns:p14="http://schemas.microsoft.com/office/powerpoint/2010/main" val="1901818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638B61BD-0EE1-4D29-B894-126CD61C5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BBC14DD5-C584-4158-BF76-ECE3C6DB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947992 w 12192000"/>
              <a:gd name="connsiteY0" fmla="*/ 2457985 h 6858000"/>
              <a:gd name="connsiteX1" fmla="*/ 5926156 w 12192000"/>
              <a:gd name="connsiteY1" fmla="*/ 2472983 h 6858000"/>
              <a:gd name="connsiteX2" fmla="*/ 6047792 w 12192000"/>
              <a:gd name="connsiteY2" fmla="*/ 2529213 h 6858000"/>
              <a:gd name="connsiteX3" fmla="*/ 5857576 w 12192000"/>
              <a:gd name="connsiteY3" fmla="*/ 2499619 h 6858000"/>
              <a:gd name="connsiteX4" fmla="*/ 5854328 w 12192000"/>
              <a:gd name="connsiteY4" fmla="*/ 2518740 h 6858000"/>
              <a:gd name="connsiteX5" fmla="*/ 6070351 w 12192000"/>
              <a:gd name="connsiteY5" fmla="*/ 2591134 h 6858000"/>
              <a:gd name="connsiteX6" fmla="*/ 6051040 w 12192000"/>
              <a:gd name="connsiteY6" fmla="*/ 2602290 h 6858000"/>
              <a:gd name="connsiteX7" fmla="*/ 5936261 w 12192000"/>
              <a:gd name="connsiteY7" fmla="*/ 2574288 h 6858000"/>
              <a:gd name="connsiteX8" fmla="*/ 5913160 w 12192000"/>
              <a:gd name="connsiteY8" fmla="*/ 2581573 h 6858000"/>
              <a:gd name="connsiteX9" fmla="*/ 5924531 w 12192000"/>
              <a:gd name="connsiteY9" fmla="*/ 2615492 h 6858000"/>
              <a:gd name="connsiteX10" fmla="*/ 5974341 w 12192000"/>
              <a:gd name="connsiteY10" fmla="*/ 2628696 h 6858000"/>
              <a:gd name="connsiteX11" fmla="*/ 6051944 w 12192000"/>
              <a:gd name="connsiteY11" fmla="*/ 2708377 h 6858000"/>
              <a:gd name="connsiteX12" fmla="*/ 5934457 w 12192000"/>
              <a:gd name="connsiteY12" fmla="*/ 2698814 h 6858000"/>
              <a:gd name="connsiteX13" fmla="*/ 5913702 w 12192000"/>
              <a:gd name="connsiteY13" fmla="*/ 2718165 h 6858000"/>
              <a:gd name="connsiteX14" fmla="*/ 5905761 w 12192000"/>
              <a:gd name="connsiteY14" fmla="*/ 2743207 h 6858000"/>
              <a:gd name="connsiteX15" fmla="*/ 5860282 w 12192000"/>
              <a:gd name="connsiteY15" fmla="*/ 2763923 h 6858000"/>
              <a:gd name="connsiteX16" fmla="*/ 5931750 w 12192000"/>
              <a:gd name="connsiteY16" fmla="*/ 2787144 h 6858000"/>
              <a:gd name="connsiteX17" fmla="*/ 5855409 w 12192000"/>
              <a:gd name="connsiteY17" fmla="*/ 2787144 h 6858000"/>
              <a:gd name="connsiteX18" fmla="*/ 5767701 w 12192000"/>
              <a:gd name="connsiteY18" fmla="*/ 2771209 h 6858000"/>
              <a:gd name="connsiteX19" fmla="*/ 5674216 w 12192000"/>
              <a:gd name="connsiteY19" fmla="*/ 2776216 h 6858000"/>
              <a:gd name="connsiteX20" fmla="*/ 5487249 w 12192000"/>
              <a:gd name="connsiteY20" fmla="*/ 2746850 h 6858000"/>
              <a:gd name="connsiteX21" fmla="*/ 5398276 w 12192000"/>
              <a:gd name="connsiteY21" fmla="*/ 2748898 h 6858000"/>
              <a:gd name="connsiteX22" fmla="*/ 5892947 w 12192000"/>
              <a:gd name="connsiteY22" fmla="*/ 2946502 h 6858000"/>
              <a:gd name="connsiteX23" fmla="*/ 5867682 w 12192000"/>
              <a:gd name="connsiteY23" fmla="*/ 2989983 h 6858000"/>
              <a:gd name="connsiteX24" fmla="*/ 5971273 w 12192000"/>
              <a:gd name="connsiteY24" fmla="*/ 3037335 h 6858000"/>
              <a:gd name="connsiteX25" fmla="*/ 5996719 w 12192000"/>
              <a:gd name="connsiteY25" fmla="*/ 3084231 h 6858000"/>
              <a:gd name="connsiteX26" fmla="*/ 5964776 w 12192000"/>
              <a:gd name="connsiteY26" fmla="*/ 3080134 h 6858000"/>
              <a:gd name="connsiteX27" fmla="*/ 5937344 w 12192000"/>
              <a:gd name="connsiteY27" fmla="*/ 3089012 h 6858000"/>
              <a:gd name="connsiteX28" fmla="*/ 5948713 w 12192000"/>
              <a:gd name="connsiteY28" fmla="*/ 3148657 h 6858000"/>
              <a:gd name="connsiteX29" fmla="*/ 6095075 w 12192000"/>
              <a:gd name="connsiteY29" fmla="*/ 3225605 h 6858000"/>
              <a:gd name="connsiteX30" fmla="*/ 6108249 w 12192000"/>
              <a:gd name="connsiteY30" fmla="*/ 3250646 h 6858000"/>
              <a:gd name="connsiteX31" fmla="*/ 6090744 w 12192000"/>
              <a:gd name="connsiteY31" fmla="*/ 3268403 h 6858000"/>
              <a:gd name="connsiteX32" fmla="*/ 6043461 w 12192000"/>
              <a:gd name="connsiteY32" fmla="*/ 3277509 h 6858000"/>
              <a:gd name="connsiteX33" fmla="*/ 6109692 w 12192000"/>
              <a:gd name="connsiteY33" fmla="*/ 3362879 h 6858000"/>
              <a:gd name="connsiteX34" fmla="*/ 6133877 w 12192000"/>
              <a:gd name="connsiteY34" fmla="*/ 3386554 h 6858000"/>
              <a:gd name="connsiteX35" fmla="*/ 6175205 w 12192000"/>
              <a:gd name="connsiteY35" fmla="*/ 3423208 h 6858000"/>
              <a:gd name="connsiteX36" fmla="*/ 6175926 w 12192000"/>
              <a:gd name="connsiteY36" fmla="*/ 3434363 h 6858000"/>
              <a:gd name="connsiteX37" fmla="*/ 6119620 w 12192000"/>
              <a:gd name="connsiteY37" fmla="*/ 3473747 h 6858000"/>
              <a:gd name="connsiteX38" fmla="*/ 6018015 w 12192000"/>
              <a:gd name="connsiteY38" fmla="*/ 3463046 h 6858000"/>
              <a:gd name="connsiteX39" fmla="*/ 6168166 w 12192000"/>
              <a:gd name="connsiteY39" fmla="*/ 3521781 h 6858000"/>
              <a:gd name="connsiteX40" fmla="*/ 5682157 w 12192000"/>
              <a:gd name="connsiteY40" fmla="*/ 3381775 h 6858000"/>
              <a:gd name="connsiteX41" fmla="*/ 5713198 w 12192000"/>
              <a:gd name="connsiteY41" fmla="*/ 3418426 h 6858000"/>
              <a:gd name="connsiteX42" fmla="*/ 5883202 w 12192000"/>
              <a:gd name="connsiteY42" fmla="*/ 3514950 h 6858000"/>
              <a:gd name="connsiteX43" fmla="*/ 5931387 w 12192000"/>
              <a:gd name="connsiteY43" fmla="*/ 3575508 h 6858000"/>
              <a:gd name="connsiteX44" fmla="*/ 5981919 w 12192000"/>
              <a:gd name="connsiteY44" fmla="*/ 3608971 h 6858000"/>
              <a:gd name="connsiteX45" fmla="*/ 6052845 w 12192000"/>
              <a:gd name="connsiteY45" fmla="*/ 3608290 h 6858000"/>
              <a:gd name="connsiteX46" fmla="*/ 6103196 w 12192000"/>
              <a:gd name="connsiteY46" fmla="*/ 3659739 h 6858000"/>
              <a:gd name="connsiteX47" fmla="*/ 6050680 w 12192000"/>
              <a:gd name="connsiteY47" fmla="*/ 3670666 h 6858000"/>
              <a:gd name="connsiteX48" fmla="*/ 5989139 w 12192000"/>
              <a:gd name="connsiteY48" fmla="*/ 3662243 h 6858000"/>
              <a:gd name="connsiteX49" fmla="*/ 5856311 w 12192000"/>
              <a:gd name="connsiteY49" fmla="*/ 3664973 h 6858000"/>
              <a:gd name="connsiteX50" fmla="*/ 5780153 w 12192000"/>
              <a:gd name="connsiteY50" fmla="*/ 3674991 h 6858000"/>
              <a:gd name="connsiteX51" fmla="*/ 5605096 w 12192000"/>
              <a:gd name="connsiteY51" fmla="*/ 3657917 h 6858000"/>
              <a:gd name="connsiteX52" fmla="*/ 5615384 w 12192000"/>
              <a:gd name="connsiteY52" fmla="*/ 3701627 h 6858000"/>
              <a:gd name="connsiteX53" fmla="*/ 5608886 w 12192000"/>
              <a:gd name="connsiteY53" fmla="*/ 3739645 h 6858000"/>
              <a:gd name="connsiteX54" fmla="*/ 5606359 w 12192000"/>
              <a:gd name="connsiteY54" fmla="*/ 3822284 h 6858000"/>
              <a:gd name="connsiteX55" fmla="*/ 5607984 w 12192000"/>
              <a:gd name="connsiteY55" fmla="*/ 3835716 h 6858000"/>
              <a:gd name="connsiteX56" fmla="*/ 5568822 w 12192000"/>
              <a:gd name="connsiteY56" fmla="*/ 3844366 h 6858000"/>
              <a:gd name="connsiteX57" fmla="*/ 5802171 w 12192000"/>
              <a:gd name="connsiteY57" fmla="*/ 4016244 h 6858000"/>
              <a:gd name="connsiteX58" fmla="*/ 5646244 w 12192000"/>
              <a:gd name="connsiteY58" fmla="*/ 3972534 h 6858000"/>
              <a:gd name="connsiteX59" fmla="*/ 5625129 w 12192000"/>
              <a:gd name="connsiteY59" fmla="*/ 4044701 h 6858000"/>
              <a:gd name="connsiteX60" fmla="*/ 5698400 w 12192000"/>
              <a:gd name="connsiteY60" fmla="*/ 4108899 h 6858000"/>
              <a:gd name="connsiteX61" fmla="*/ 5725470 w 12192000"/>
              <a:gd name="connsiteY61" fmla="*/ 4235930 h 6858000"/>
              <a:gd name="connsiteX62" fmla="*/ 5712295 w 12192000"/>
              <a:gd name="connsiteY62" fmla="*/ 4352032 h 6858000"/>
              <a:gd name="connsiteX63" fmla="*/ 5680894 w 12192000"/>
              <a:gd name="connsiteY63" fmla="*/ 4388911 h 6858000"/>
              <a:gd name="connsiteX64" fmla="*/ 5635415 w 12192000"/>
              <a:gd name="connsiteY64" fmla="*/ 4455158 h 6858000"/>
              <a:gd name="connsiteX65" fmla="*/ 5607263 w 12192000"/>
              <a:gd name="connsiteY65" fmla="*/ 4496136 h 6858000"/>
              <a:gd name="connsiteX66" fmla="*/ 5509446 w 12192000"/>
              <a:gd name="connsiteY66" fmla="*/ 4480201 h 6858000"/>
              <a:gd name="connsiteX67" fmla="*/ 5639928 w 12192000"/>
              <a:gd name="connsiteY67" fmla="*/ 4584239 h 6858000"/>
              <a:gd name="connsiteX68" fmla="*/ 5534171 w 12192000"/>
              <a:gd name="connsiteY68" fmla="*/ 4571262 h 6858000"/>
              <a:gd name="connsiteX69" fmla="*/ 5499701 w 12192000"/>
              <a:gd name="connsiteY69" fmla="*/ 4578547 h 6858000"/>
              <a:gd name="connsiteX70" fmla="*/ 5519373 w 12192000"/>
              <a:gd name="connsiteY70" fmla="*/ 4612239 h 6858000"/>
              <a:gd name="connsiteX71" fmla="*/ 5596974 w 12192000"/>
              <a:gd name="connsiteY71" fmla="*/ 4669379 h 6858000"/>
              <a:gd name="connsiteX72" fmla="*/ 5756873 w 12192000"/>
              <a:gd name="connsiteY72" fmla="*/ 4824185 h 6858000"/>
              <a:gd name="connsiteX73" fmla="*/ 5602028 w 12192000"/>
              <a:gd name="connsiteY73" fmla="*/ 4753158 h 6858000"/>
              <a:gd name="connsiteX74" fmla="*/ 5765173 w 12192000"/>
              <a:gd name="connsiteY74" fmla="*/ 4912286 h 6858000"/>
              <a:gd name="connsiteX75" fmla="*/ 5801450 w 12192000"/>
              <a:gd name="connsiteY75" fmla="*/ 4965101 h 6858000"/>
              <a:gd name="connsiteX76" fmla="*/ 5874721 w 12192000"/>
              <a:gd name="connsiteY76" fmla="*/ 5096229 h 6858000"/>
              <a:gd name="connsiteX77" fmla="*/ 5871110 w 12192000"/>
              <a:gd name="connsiteY77" fmla="*/ 5111026 h 6858000"/>
              <a:gd name="connsiteX78" fmla="*/ 5786469 w 12192000"/>
              <a:gd name="connsiteY78" fmla="*/ 5089855 h 6858000"/>
              <a:gd name="connsiteX79" fmla="*/ 5896196 w 12192000"/>
              <a:gd name="connsiteY79" fmla="*/ 5200041 h 6858000"/>
              <a:gd name="connsiteX80" fmla="*/ 6009534 w 12192000"/>
              <a:gd name="connsiteY80" fmla="*/ 5284725 h 6858000"/>
              <a:gd name="connsiteX81" fmla="*/ 5929042 w 12192000"/>
              <a:gd name="connsiteY81" fmla="*/ 5271751 h 6858000"/>
              <a:gd name="connsiteX82" fmla="*/ 5818413 w 12192000"/>
              <a:gd name="connsiteY82" fmla="*/ 5223260 h 6858000"/>
              <a:gd name="connsiteX83" fmla="*/ 5779973 w 12192000"/>
              <a:gd name="connsiteY83" fmla="*/ 5241473 h 6858000"/>
              <a:gd name="connsiteX84" fmla="*/ 5884826 w 12192000"/>
              <a:gd name="connsiteY84" fmla="*/ 5321606 h 6858000"/>
              <a:gd name="connsiteX85" fmla="*/ 5944924 w 12192000"/>
              <a:gd name="connsiteY85" fmla="*/ 5358715 h 6858000"/>
              <a:gd name="connsiteX86" fmla="*/ 5968926 w 12192000"/>
              <a:gd name="connsiteY86" fmla="*/ 5387170 h 6858000"/>
              <a:gd name="connsiteX87" fmla="*/ 6037505 w 12192000"/>
              <a:gd name="connsiteY87" fmla="*/ 5488704 h 6858000"/>
              <a:gd name="connsiteX88" fmla="*/ 6238910 w 12192000"/>
              <a:gd name="connsiteY88" fmla="*/ 5599571 h 6858000"/>
              <a:gd name="connsiteX89" fmla="*/ 6427321 w 12192000"/>
              <a:gd name="connsiteY89" fmla="*/ 5737302 h 6858000"/>
              <a:gd name="connsiteX90" fmla="*/ 6574408 w 12192000"/>
              <a:gd name="connsiteY90" fmla="*/ 5823126 h 6858000"/>
              <a:gd name="connsiteX91" fmla="*/ 6946177 w 12192000"/>
              <a:gd name="connsiteY91" fmla="*/ 5933538 h 6858000"/>
              <a:gd name="connsiteX92" fmla="*/ 8356197 w 12192000"/>
              <a:gd name="connsiteY92" fmla="*/ 5184561 h 6858000"/>
              <a:gd name="connsiteX93" fmla="*/ 8374063 w 12192000"/>
              <a:gd name="connsiteY93" fmla="*/ 5162249 h 6858000"/>
              <a:gd name="connsiteX94" fmla="*/ 8442461 w 12192000"/>
              <a:gd name="connsiteY94" fmla="*/ 5078246 h 6858000"/>
              <a:gd name="connsiteX95" fmla="*/ 8500574 w 12192000"/>
              <a:gd name="connsiteY95" fmla="*/ 5002664 h 6858000"/>
              <a:gd name="connsiteX96" fmla="*/ 8470255 w 12192000"/>
              <a:gd name="connsiteY96" fmla="*/ 4977167 h 6858000"/>
              <a:gd name="connsiteX97" fmla="*/ 8511222 w 12192000"/>
              <a:gd name="connsiteY97" fmla="*/ 4905001 h 6858000"/>
              <a:gd name="connsiteX98" fmla="*/ 8641522 w 12192000"/>
              <a:gd name="connsiteY98" fmla="*/ 4682584 h 6858000"/>
              <a:gd name="connsiteX99" fmla="*/ 8698730 w 12192000"/>
              <a:gd name="connsiteY99" fmla="*/ 4633640 h 6858000"/>
              <a:gd name="connsiteX100" fmla="*/ 8768393 w 12192000"/>
              <a:gd name="connsiteY100" fmla="*/ 4510479 h 6858000"/>
              <a:gd name="connsiteX101" fmla="*/ 8778319 w 12192000"/>
              <a:gd name="connsiteY101" fmla="*/ 4482024 h 6858000"/>
              <a:gd name="connsiteX102" fmla="*/ 8764062 w 12192000"/>
              <a:gd name="connsiteY102" fmla="*/ 4445824 h 6858000"/>
              <a:gd name="connsiteX103" fmla="*/ 8753414 w 12192000"/>
              <a:gd name="connsiteY103" fmla="*/ 4409400 h 6858000"/>
              <a:gd name="connsiteX104" fmla="*/ 8767310 w 12192000"/>
              <a:gd name="connsiteY104" fmla="*/ 4398700 h 6858000"/>
              <a:gd name="connsiteX105" fmla="*/ 8856643 w 12192000"/>
              <a:gd name="connsiteY105" fmla="*/ 4380261 h 6858000"/>
              <a:gd name="connsiteX106" fmla="*/ 8804848 w 12192000"/>
              <a:gd name="connsiteY106" fmla="*/ 4311055 h 6858000"/>
              <a:gd name="connsiteX107" fmla="*/ 8713530 w 12192000"/>
              <a:gd name="connsiteY107" fmla="*/ 4207927 h 6858000"/>
              <a:gd name="connsiteX108" fmla="*/ 8672022 w 12192000"/>
              <a:gd name="connsiteY108" fmla="*/ 4134623 h 6858000"/>
              <a:gd name="connsiteX109" fmla="*/ 8667148 w 12192000"/>
              <a:gd name="connsiteY109" fmla="*/ 4069059 h 6858000"/>
              <a:gd name="connsiteX110" fmla="*/ 8585575 w 12192000"/>
              <a:gd name="connsiteY110" fmla="*/ 4030359 h 6858000"/>
              <a:gd name="connsiteX111" fmla="*/ 8662275 w 12192000"/>
              <a:gd name="connsiteY111" fmla="*/ 3891717 h 6858000"/>
              <a:gd name="connsiteX112" fmla="*/ 8670037 w 12192000"/>
              <a:gd name="connsiteY112" fmla="*/ 3863033 h 6858000"/>
              <a:gd name="connsiteX113" fmla="*/ 8624017 w 12192000"/>
              <a:gd name="connsiteY113" fmla="*/ 3760362 h 6858000"/>
              <a:gd name="connsiteX114" fmla="*/ 8616436 w 12192000"/>
              <a:gd name="connsiteY114" fmla="*/ 3743970 h 6858000"/>
              <a:gd name="connsiteX115" fmla="*/ 8599473 w 12192000"/>
              <a:gd name="connsiteY115" fmla="*/ 3711188 h 6858000"/>
              <a:gd name="connsiteX116" fmla="*/ 8550745 w 12192000"/>
              <a:gd name="connsiteY116" fmla="*/ 3703220 h 6858000"/>
              <a:gd name="connsiteX117" fmla="*/ 8576010 w 12192000"/>
              <a:gd name="connsiteY117" fmla="*/ 3680000 h 6858000"/>
              <a:gd name="connsiteX118" fmla="*/ 8625100 w 12192000"/>
              <a:gd name="connsiteY118" fmla="*/ 3601459 h 6858000"/>
              <a:gd name="connsiteX119" fmla="*/ 8592433 w 12192000"/>
              <a:gd name="connsiteY119" fmla="*/ 3526333 h 6858000"/>
              <a:gd name="connsiteX120" fmla="*/ 8590269 w 12192000"/>
              <a:gd name="connsiteY120" fmla="*/ 3484900 h 6858000"/>
              <a:gd name="connsiteX121" fmla="*/ 8645312 w 12192000"/>
              <a:gd name="connsiteY121" fmla="*/ 3431858 h 6858000"/>
              <a:gd name="connsiteX122" fmla="*/ 8686820 w 12192000"/>
              <a:gd name="connsiteY122" fmla="*/ 3410914 h 6858000"/>
              <a:gd name="connsiteX123" fmla="*/ 8705950 w 12192000"/>
              <a:gd name="connsiteY123" fmla="*/ 3380864 h 6858000"/>
              <a:gd name="connsiteX124" fmla="*/ 8683391 w 12192000"/>
              <a:gd name="connsiteY124" fmla="*/ 3355822 h 6858000"/>
              <a:gd name="connsiteX125" fmla="*/ 8583229 w 12192000"/>
              <a:gd name="connsiteY125" fmla="*/ 3296177 h 6858000"/>
              <a:gd name="connsiteX126" fmla="*/ 8637190 w 12192000"/>
              <a:gd name="connsiteY126" fmla="*/ 3246320 h 6858000"/>
              <a:gd name="connsiteX127" fmla="*/ 8355114 w 12192000"/>
              <a:gd name="connsiteY127" fmla="*/ 3011154 h 6858000"/>
              <a:gd name="connsiteX128" fmla="*/ 8321004 w 12192000"/>
              <a:gd name="connsiteY128" fmla="*/ 2975186 h 6858000"/>
              <a:gd name="connsiteX129" fmla="*/ 8139993 w 12192000"/>
              <a:gd name="connsiteY129" fmla="*/ 2887993 h 6858000"/>
              <a:gd name="connsiteX130" fmla="*/ 7953747 w 12192000"/>
              <a:gd name="connsiteY130" fmla="*/ 2826301 h 6858000"/>
              <a:gd name="connsiteX131" fmla="*/ 8083145 w 12192000"/>
              <a:gd name="connsiteY131" fmla="*/ 2696083 h 6858000"/>
              <a:gd name="connsiteX132" fmla="*/ 7885529 w 12192000"/>
              <a:gd name="connsiteY132" fmla="*/ 2665804 h 6858000"/>
              <a:gd name="connsiteX133" fmla="*/ 7866219 w 12192000"/>
              <a:gd name="connsiteY133" fmla="*/ 2666715 h 6858000"/>
              <a:gd name="connsiteX134" fmla="*/ 7478205 w 12192000"/>
              <a:gd name="connsiteY134" fmla="*/ 2646681 h 6858000"/>
              <a:gd name="connsiteX135" fmla="*/ 6921993 w 12192000"/>
              <a:gd name="connsiteY135" fmla="*/ 2580207 h 6858000"/>
              <a:gd name="connsiteX136" fmla="*/ 6461612 w 12192000"/>
              <a:gd name="connsiteY136" fmla="*/ 2540368 h 6858000"/>
              <a:gd name="connsiteX137" fmla="*/ 5971453 w 12192000"/>
              <a:gd name="connsiteY137" fmla="*/ 2462965 h 6858000"/>
              <a:gd name="connsiteX138" fmla="*/ 5947992 w 12192000"/>
              <a:gd name="connsiteY138" fmla="*/ 2457985 h 6858000"/>
              <a:gd name="connsiteX139" fmla="*/ 0 w 12192000"/>
              <a:gd name="connsiteY139" fmla="*/ 0 h 6858000"/>
              <a:gd name="connsiteX140" fmla="*/ 8078332 w 12192000"/>
              <a:gd name="connsiteY140" fmla="*/ 0 h 6858000"/>
              <a:gd name="connsiteX141" fmla="*/ 8051806 w 12192000"/>
              <a:gd name="connsiteY141" fmla="*/ 19899 h 6858000"/>
              <a:gd name="connsiteX142" fmla="*/ 7919411 w 12192000"/>
              <a:gd name="connsiteY142" fmla="*/ 69998 h 6858000"/>
              <a:gd name="connsiteX143" fmla="*/ 7880558 w 12192000"/>
              <a:gd name="connsiteY143" fmla="*/ 103665 h 6858000"/>
              <a:gd name="connsiteX144" fmla="*/ 7913505 w 12192000"/>
              <a:gd name="connsiteY144" fmla="*/ 144066 h 6858000"/>
              <a:gd name="connsiteX145" fmla="*/ 7984993 w 12192000"/>
              <a:gd name="connsiteY145" fmla="*/ 172224 h 6858000"/>
              <a:gd name="connsiteX146" fmla="*/ 8079793 w 12192000"/>
              <a:gd name="connsiteY146" fmla="*/ 243535 h 6858000"/>
              <a:gd name="connsiteX147" fmla="*/ 8076065 w 12192000"/>
              <a:gd name="connsiteY147" fmla="*/ 299239 h 6858000"/>
              <a:gd name="connsiteX148" fmla="*/ 8019804 w 12192000"/>
              <a:gd name="connsiteY148" fmla="*/ 400240 h 6858000"/>
              <a:gd name="connsiteX149" fmla="*/ 8104349 w 12192000"/>
              <a:gd name="connsiteY149" fmla="*/ 505833 h 6858000"/>
              <a:gd name="connsiteX150" fmla="*/ 8147864 w 12192000"/>
              <a:gd name="connsiteY150" fmla="*/ 537052 h 6858000"/>
              <a:gd name="connsiteX151" fmla="*/ 8063941 w 12192000"/>
              <a:gd name="connsiteY151" fmla="*/ 547764 h 6858000"/>
              <a:gd name="connsiteX152" fmla="*/ 8034725 w 12192000"/>
              <a:gd name="connsiteY152" fmla="*/ 591836 h 6858000"/>
              <a:gd name="connsiteX153" fmla="*/ 8021669 w 12192000"/>
              <a:gd name="connsiteY153" fmla="*/ 613874 h 6858000"/>
              <a:gd name="connsiteX154" fmla="*/ 7942410 w 12192000"/>
              <a:gd name="connsiteY154" fmla="*/ 751909 h 6858000"/>
              <a:gd name="connsiteX155" fmla="*/ 7955778 w 12192000"/>
              <a:gd name="connsiteY155" fmla="*/ 790472 h 6858000"/>
              <a:gd name="connsiteX156" fmla="*/ 8087876 w 12192000"/>
              <a:gd name="connsiteY156" fmla="*/ 976867 h 6858000"/>
              <a:gd name="connsiteX157" fmla="*/ 7947386 w 12192000"/>
              <a:gd name="connsiteY157" fmla="*/ 1028897 h 6858000"/>
              <a:gd name="connsiteX158" fmla="*/ 7938992 w 12192000"/>
              <a:gd name="connsiteY158" fmla="*/ 1117042 h 6858000"/>
              <a:gd name="connsiteX159" fmla="*/ 7867503 w 12192000"/>
              <a:gd name="connsiteY159" fmla="*/ 1215596 h 6858000"/>
              <a:gd name="connsiteX160" fmla="*/ 7710229 w 12192000"/>
              <a:gd name="connsiteY160" fmla="*/ 1354244 h 6858000"/>
              <a:gd name="connsiteX161" fmla="*/ 7621024 w 12192000"/>
              <a:gd name="connsiteY161" fmla="*/ 1447286 h 6858000"/>
              <a:gd name="connsiteX162" fmla="*/ 7774880 w 12192000"/>
              <a:gd name="connsiteY162" fmla="*/ 1472076 h 6858000"/>
              <a:gd name="connsiteX163" fmla="*/ 7798812 w 12192000"/>
              <a:gd name="connsiteY163" fmla="*/ 1486462 h 6858000"/>
              <a:gd name="connsiteX164" fmla="*/ 7780474 w 12192000"/>
              <a:gd name="connsiteY164" fmla="*/ 1535432 h 6858000"/>
              <a:gd name="connsiteX165" fmla="*/ 7755919 w 12192000"/>
              <a:gd name="connsiteY165" fmla="*/ 1584099 h 6858000"/>
              <a:gd name="connsiteX166" fmla="*/ 7773014 w 12192000"/>
              <a:gd name="connsiteY166" fmla="*/ 1622355 h 6858000"/>
              <a:gd name="connsiteX167" fmla="*/ 7892993 w 12192000"/>
              <a:gd name="connsiteY167" fmla="*/ 1787937 h 6858000"/>
              <a:gd name="connsiteX168" fmla="*/ 7991521 w 12192000"/>
              <a:gd name="connsiteY168" fmla="*/ 1853739 h 6858000"/>
              <a:gd name="connsiteX169" fmla="*/ 8215932 w 12192000"/>
              <a:gd name="connsiteY169" fmla="*/ 2152764 h 6858000"/>
              <a:gd name="connsiteX170" fmla="*/ 8286489 w 12192000"/>
              <a:gd name="connsiteY170" fmla="*/ 2249786 h 6858000"/>
              <a:gd name="connsiteX171" fmla="*/ 8234270 w 12192000"/>
              <a:gd name="connsiteY171" fmla="*/ 2284064 h 6858000"/>
              <a:gd name="connsiteX172" fmla="*/ 8334357 w 12192000"/>
              <a:gd name="connsiteY172" fmla="*/ 2385679 h 6858000"/>
              <a:gd name="connsiteX173" fmla="*/ 8452157 w 12192000"/>
              <a:gd name="connsiteY173" fmla="*/ 2498616 h 6858000"/>
              <a:gd name="connsiteX174" fmla="*/ 8482927 w 12192000"/>
              <a:gd name="connsiteY174" fmla="*/ 2528612 h 6858000"/>
              <a:gd name="connsiteX175" fmla="*/ 10911361 w 12192000"/>
              <a:gd name="connsiteY175" fmla="*/ 3535561 h 6858000"/>
              <a:gd name="connsiteX176" fmla="*/ 11551649 w 12192000"/>
              <a:gd name="connsiteY176" fmla="*/ 3387120 h 6858000"/>
              <a:gd name="connsiteX177" fmla="*/ 11804971 w 12192000"/>
              <a:gd name="connsiteY177" fmla="*/ 3271735 h 6858000"/>
              <a:gd name="connsiteX178" fmla="*/ 12129465 w 12192000"/>
              <a:gd name="connsiteY178" fmla="*/ 3086565 h 6858000"/>
              <a:gd name="connsiteX179" fmla="*/ 12192000 w 12192000"/>
              <a:gd name="connsiteY179" fmla="*/ 3060706 h 6858000"/>
              <a:gd name="connsiteX180" fmla="*/ 12192000 w 12192000"/>
              <a:gd name="connsiteY180" fmla="*/ 3766004 h 6858000"/>
              <a:gd name="connsiteX181" fmla="*/ 12069511 w 12192000"/>
              <a:gd name="connsiteY181" fmla="*/ 3730912 h 6858000"/>
              <a:gd name="connsiteX182" fmla="*/ 11743305 w 12192000"/>
              <a:gd name="connsiteY182" fmla="*/ 3682401 h 6858000"/>
              <a:gd name="connsiteX183" fmla="*/ 11692833 w 12192000"/>
              <a:gd name="connsiteY183" fmla="*/ 3681484 h 6858000"/>
              <a:gd name="connsiteX184" fmla="*/ 9314871 w 12192000"/>
              <a:gd name="connsiteY184" fmla="*/ 4689350 h 6858000"/>
              <a:gd name="connsiteX185" fmla="*/ 9284101 w 12192000"/>
              <a:gd name="connsiteY185" fmla="*/ 4719346 h 6858000"/>
              <a:gd name="connsiteX186" fmla="*/ 9166300 w 12192000"/>
              <a:gd name="connsiteY186" fmla="*/ 4832283 h 6858000"/>
              <a:gd name="connsiteX187" fmla="*/ 9066214 w 12192000"/>
              <a:gd name="connsiteY187" fmla="*/ 4933898 h 6858000"/>
              <a:gd name="connsiteX188" fmla="*/ 9118433 w 12192000"/>
              <a:gd name="connsiteY188" fmla="*/ 4968176 h 6858000"/>
              <a:gd name="connsiteX189" fmla="*/ 9047876 w 12192000"/>
              <a:gd name="connsiteY189" fmla="*/ 5065198 h 6858000"/>
              <a:gd name="connsiteX190" fmla="*/ 8823465 w 12192000"/>
              <a:gd name="connsiteY190" fmla="*/ 5364223 h 6858000"/>
              <a:gd name="connsiteX191" fmla="*/ 8724937 w 12192000"/>
              <a:gd name="connsiteY191" fmla="*/ 5430025 h 6858000"/>
              <a:gd name="connsiteX192" fmla="*/ 8604958 w 12192000"/>
              <a:gd name="connsiteY192" fmla="*/ 5595607 h 6858000"/>
              <a:gd name="connsiteX193" fmla="*/ 8587863 w 12192000"/>
              <a:gd name="connsiteY193" fmla="*/ 5633863 h 6858000"/>
              <a:gd name="connsiteX194" fmla="*/ 8612418 w 12192000"/>
              <a:gd name="connsiteY194" fmla="*/ 5682530 h 6858000"/>
              <a:gd name="connsiteX195" fmla="*/ 8630756 w 12192000"/>
              <a:gd name="connsiteY195" fmla="*/ 5731500 h 6858000"/>
              <a:gd name="connsiteX196" fmla="*/ 8606823 w 12192000"/>
              <a:gd name="connsiteY196" fmla="*/ 5745886 h 6858000"/>
              <a:gd name="connsiteX197" fmla="*/ 8452968 w 12192000"/>
              <a:gd name="connsiteY197" fmla="*/ 5770676 h 6858000"/>
              <a:gd name="connsiteX198" fmla="*/ 8542173 w 12192000"/>
              <a:gd name="connsiteY198" fmla="*/ 5863718 h 6858000"/>
              <a:gd name="connsiteX199" fmla="*/ 8699447 w 12192000"/>
              <a:gd name="connsiteY199" fmla="*/ 6002366 h 6858000"/>
              <a:gd name="connsiteX200" fmla="*/ 8770936 w 12192000"/>
              <a:gd name="connsiteY200" fmla="*/ 6100920 h 6858000"/>
              <a:gd name="connsiteX201" fmla="*/ 8779329 w 12192000"/>
              <a:gd name="connsiteY201" fmla="*/ 6189065 h 6858000"/>
              <a:gd name="connsiteX202" fmla="*/ 8919820 w 12192000"/>
              <a:gd name="connsiteY202" fmla="*/ 6241095 h 6858000"/>
              <a:gd name="connsiteX203" fmla="*/ 8787721 w 12192000"/>
              <a:gd name="connsiteY203" fmla="*/ 6427490 h 6858000"/>
              <a:gd name="connsiteX204" fmla="*/ 8774354 w 12192000"/>
              <a:gd name="connsiteY204" fmla="*/ 6466053 h 6858000"/>
              <a:gd name="connsiteX205" fmla="*/ 8853613 w 12192000"/>
              <a:gd name="connsiteY205" fmla="*/ 6604088 h 6858000"/>
              <a:gd name="connsiteX206" fmla="*/ 8866669 w 12192000"/>
              <a:gd name="connsiteY206" fmla="*/ 6626125 h 6858000"/>
              <a:gd name="connsiteX207" fmla="*/ 8895884 w 12192000"/>
              <a:gd name="connsiteY207" fmla="*/ 6670198 h 6858000"/>
              <a:gd name="connsiteX208" fmla="*/ 8979808 w 12192000"/>
              <a:gd name="connsiteY208" fmla="*/ 6680910 h 6858000"/>
              <a:gd name="connsiteX209" fmla="*/ 8936293 w 12192000"/>
              <a:gd name="connsiteY209" fmla="*/ 6712128 h 6858000"/>
              <a:gd name="connsiteX210" fmla="*/ 8851748 w 12192000"/>
              <a:gd name="connsiteY210" fmla="*/ 6817721 h 6858000"/>
              <a:gd name="connsiteX211" fmla="*/ 8854326 w 12192000"/>
              <a:gd name="connsiteY211" fmla="*/ 6858000 h 6858000"/>
              <a:gd name="connsiteX212" fmla="*/ 0 w 12192000"/>
              <a:gd name="connsiteY2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2192000" h="6858000">
                <a:moveTo>
                  <a:pt x="5947992" y="2457985"/>
                </a:moveTo>
                <a:cubicBezTo>
                  <a:pt x="5940097" y="2457729"/>
                  <a:pt x="5932472" y="2460803"/>
                  <a:pt x="5926156" y="2472983"/>
                </a:cubicBezTo>
                <a:cubicBezTo>
                  <a:pt x="5959722" y="2505081"/>
                  <a:pt x="6002495" y="2493015"/>
                  <a:pt x="6047792" y="2529213"/>
                </a:cubicBezTo>
                <a:cubicBezTo>
                  <a:pt x="5974160" y="2517829"/>
                  <a:pt x="5915867" y="2508723"/>
                  <a:pt x="5857576" y="2499619"/>
                </a:cubicBezTo>
                <a:cubicBezTo>
                  <a:pt x="5856491" y="2505992"/>
                  <a:pt x="5855409" y="2512367"/>
                  <a:pt x="5854328" y="2518740"/>
                </a:cubicBezTo>
                <a:cubicBezTo>
                  <a:pt x="5928861" y="2532172"/>
                  <a:pt x="5997802" y="2566775"/>
                  <a:pt x="6070351" y="2591134"/>
                </a:cubicBezTo>
                <a:cubicBezTo>
                  <a:pt x="6063673" y="2606161"/>
                  <a:pt x="6056996" y="2603200"/>
                  <a:pt x="6051040" y="2602290"/>
                </a:cubicBezTo>
                <a:cubicBezTo>
                  <a:pt x="6012239" y="2596370"/>
                  <a:pt x="5973439" y="2590453"/>
                  <a:pt x="5936261" y="2574288"/>
                </a:cubicBezTo>
                <a:cubicBezTo>
                  <a:pt x="5927960" y="2570644"/>
                  <a:pt x="5917853" y="2570644"/>
                  <a:pt x="5913160" y="2581573"/>
                </a:cubicBezTo>
                <a:cubicBezTo>
                  <a:pt x="5906483" y="2597054"/>
                  <a:pt x="5916047" y="2607071"/>
                  <a:pt x="5924531" y="2615492"/>
                </a:cubicBezTo>
                <a:cubicBezTo>
                  <a:pt x="5939329" y="2630063"/>
                  <a:pt x="5957196" y="2625966"/>
                  <a:pt x="5974341" y="2628696"/>
                </a:cubicBezTo>
                <a:cubicBezTo>
                  <a:pt x="6019999" y="2635754"/>
                  <a:pt x="6041837" y="2657837"/>
                  <a:pt x="6051944" y="2708377"/>
                </a:cubicBezTo>
                <a:cubicBezTo>
                  <a:pt x="6011879" y="2687887"/>
                  <a:pt x="5973256" y="2713157"/>
                  <a:pt x="5934457" y="2698814"/>
                </a:cubicBezTo>
                <a:cubicBezTo>
                  <a:pt x="5924351" y="2695173"/>
                  <a:pt x="5908288" y="2700635"/>
                  <a:pt x="5913702" y="2718165"/>
                </a:cubicBezTo>
                <a:cubicBezTo>
                  <a:pt x="5918755" y="2734556"/>
                  <a:pt x="5935540" y="2746393"/>
                  <a:pt x="5905761" y="2743207"/>
                </a:cubicBezTo>
                <a:cubicBezTo>
                  <a:pt x="5884465" y="2740930"/>
                  <a:pt x="5842778" y="2759370"/>
                  <a:pt x="5860282" y="2763923"/>
                </a:cubicBezTo>
                <a:cubicBezTo>
                  <a:pt x="5882300" y="2769615"/>
                  <a:pt x="5903777" y="2777811"/>
                  <a:pt x="5931750" y="2787144"/>
                </a:cubicBezTo>
                <a:cubicBezTo>
                  <a:pt x="5900888" y="2802395"/>
                  <a:pt x="5878690" y="2799208"/>
                  <a:pt x="5855409" y="2787144"/>
                </a:cubicBezTo>
                <a:cubicBezTo>
                  <a:pt x="5827256" y="2772574"/>
                  <a:pt x="5790619" y="2754817"/>
                  <a:pt x="5767701" y="2771209"/>
                </a:cubicBezTo>
                <a:cubicBezTo>
                  <a:pt x="5733410" y="2795794"/>
                  <a:pt x="5704896" y="2780314"/>
                  <a:pt x="5674216" y="2776216"/>
                </a:cubicBezTo>
                <a:cubicBezTo>
                  <a:pt x="5611774" y="2767792"/>
                  <a:pt x="5549872" y="2753678"/>
                  <a:pt x="5487249" y="2746850"/>
                </a:cubicBezTo>
                <a:cubicBezTo>
                  <a:pt x="5462163" y="2744118"/>
                  <a:pt x="5435093" y="2731143"/>
                  <a:pt x="5398276" y="2748898"/>
                </a:cubicBezTo>
                <a:cubicBezTo>
                  <a:pt x="5565032" y="2839732"/>
                  <a:pt x="5744058" y="2834041"/>
                  <a:pt x="5892947" y="2946502"/>
                </a:cubicBezTo>
                <a:cubicBezTo>
                  <a:pt x="5886631" y="2957201"/>
                  <a:pt x="5854508" y="2987707"/>
                  <a:pt x="5867682" y="2989983"/>
                </a:cubicBezTo>
                <a:cubicBezTo>
                  <a:pt x="5904678" y="2996585"/>
                  <a:pt x="5937523" y="3018895"/>
                  <a:pt x="5971273" y="3037335"/>
                </a:cubicBezTo>
                <a:cubicBezTo>
                  <a:pt x="5985891" y="3045302"/>
                  <a:pt x="6003576" y="3055776"/>
                  <a:pt x="5996719" y="3084231"/>
                </a:cubicBezTo>
                <a:cubicBezTo>
                  <a:pt x="5984267" y="3092199"/>
                  <a:pt x="5975063" y="3081044"/>
                  <a:pt x="5964776" y="3080134"/>
                </a:cubicBezTo>
                <a:cubicBezTo>
                  <a:pt x="5954308" y="3079224"/>
                  <a:pt x="5930847" y="3085141"/>
                  <a:pt x="5937344" y="3089012"/>
                </a:cubicBezTo>
                <a:cubicBezTo>
                  <a:pt x="5966942" y="3106542"/>
                  <a:pt x="5913702" y="3148657"/>
                  <a:pt x="5948713" y="3148657"/>
                </a:cubicBezTo>
                <a:cubicBezTo>
                  <a:pt x="6007366" y="3148884"/>
                  <a:pt x="6038588" y="3223555"/>
                  <a:pt x="6095075" y="3225605"/>
                </a:cubicBezTo>
                <a:cubicBezTo>
                  <a:pt x="6104098" y="3225831"/>
                  <a:pt x="6108430" y="3239035"/>
                  <a:pt x="6108249" y="3250646"/>
                </a:cubicBezTo>
                <a:cubicBezTo>
                  <a:pt x="6108249" y="3264533"/>
                  <a:pt x="6099948" y="3267037"/>
                  <a:pt x="6090744" y="3268403"/>
                </a:cubicBezTo>
                <a:cubicBezTo>
                  <a:pt x="6076667" y="3270451"/>
                  <a:pt x="6062049" y="3250646"/>
                  <a:pt x="6043461" y="3277509"/>
                </a:cubicBezTo>
                <a:cubicBezTo>
                  <a:pt x="6076847" y="3293216"/>
                  <a:pt x="6110234" y="3308925"/>
                  <a:pt x="6109692" y="3362879"/>
                </a:cubicBezTo>
                <a:cubicBezTo>
                  <a:pt x="6109513" y="3377448"/>
                  <a:pt x="6123409" y="3382912"/>
                  <a:pt x="6133877" y="3386554"/>
                </a:cubicBezTo>
                <a:cubicBezTo>
                  <a:pt x="6151202" y="3392474"/>
                  <a:pt x="6165818" y="3402946"/>
                  <a:pt x="6175205" y="3423208"/>
                </a:cubicBezTo>
                <a:cubicBezTo>
                  <a:pt x="6175023" y="3427077"/>
                  <a:pt x="6174842" y="3431175"/>
                  <a:pt x="6175926" y="3434363"/>
                </a:cubicBezTo>
                <a:cubicBezTo>
                  <a:pt x="6172859" y="3483307"/>
                  <a:pt x="6147593" y="3481940"/>
                  <a:pt x="6119620" y="3473747"/>
                </a:cubicBezTo>
                <a:cubicBezTo>
                  <a:pt x="6086232" y="3463729"/>
                  <a:pt x="6053206" y="3445516"/>
                  <a:pt x="6018015" y="3463046"/>
                </a:cubicBezTo>
                <a:cubicBezTo>
                  <a:pt x="6067646" y="3486494"/>
                  <a:pt x="6121605" y="3488316"/>
                  <a:pt x="6168166" y="3521781"/>
                </a:cubicBezTo>
                <a:cubicBezTo>
                  <a:pt x="5997802" y="3527928"/>
                  <a:pt x="5847289" y="3422296"/>
                  <a:pt x="5682157" y="3381775"/>
                </a:cubicBezTo>
                <a:cubicBezTo>
                  <a:pt x="5687753" y="3408864"/>
                  <a:pt x="5701106" y="3414328"/>
                  <a:pt x="5713198" y="3418426"/>
                </a:cubicBezTo>
                <a:cubicBezTo>
                  <a:pt x="5774197" y="3438916"/>
                  <a:pt x="5827616" y="3479666"/>
                  <a:pt x="5883202" y="3514950"/>
                </a:cubicBezTo>
                <a:cubicBezTo>
                  <a:pt x="5906121" y="3529520"/>
                  <a:pt x="5922726" y="3544092"/>
                  <a:pt x="5931387" y="3575508"/>
                </a:cubicBezTo>
                <a:cubicBezTo>
                  <a:pt x="5939149" y="3603965"/>
                  <a:pt x="5954128" y="3617168"/>
                  <a:pt x="5981919" y="3608971"/>
                </a:cubicBezTo>
                <a:cubicBezTo>
                  <a:pt x="6004478" y="3602142"/>
                  <a:pt x="6029202" y="3605784"/>
                  <a:pt x="6052845" y="3608290"/>
                </a:cubicBezTo>
                <a:cubicBezTo>
                  <a:pt x="6080096" y="3611021"/>
                  <a:pt x="6110596" y="3643120"/>
                  <a:pt x="6103196" y="3659739"/>
                </a:cubicBezTo>
                <a:cubicBezTo>
                  <a:pt x="6090564" y="3687968"/>
                  <a:pt x="6069448" y="3673853"/>
                  <a:pt x="6050680" y="3670666"/>
                </a:cubicBezTo>
                <a:cubicBezTo>
                  <a:pt x="6029383" y="3666796"/>
                  <a:pt x="5989861" y="3658828"/>
                  <a:pt x="5989139" y="3662243"/>
                </a:cubicBezTo>
                <a:cubicBezTo>
                  <a:pt x="5975242" y="3733043"/>
                  <a:pt x="5877426" y="3671351"/>
                  <a:pt x="5856311" y="3664973"/>
                </a:cubicBezTo>
                <a:cubicBezTo>
                  <a:pt x="5829964" y="3657007"/>
                  <a:pt x="5805239" y="3671577"/>
                  <a:pt x="5780153" y="3674991"/>
                </a:cubicBezTo>
                <a:cubicBezTo>
                  <a:pt x="5757776" y="3678178"/>
                  <a:pt x="5631264" y="3687968"/>
                  <a:pt x="5605096" y="3657917"/>
                </a:cubicBezTo>
                <a:cubicBezTo>
                  <a:pt x="5601487" y="3681365"/>
                  <a:pt x="5609066" y="3690927"/>
                  <a:pt x="5615384" y="3701627"/>
                </a:cubicBezTo>
                <a:cubicBezTo>
                  <a:pt x="5624226" y="3716879"/>
                  <a:pt x="5625670" y="3727579"/>
                  <a:pt x="5608886" y="3739645"/>
                </a:cubicBezTo>
                <a:cubicBezTo>
                  <a:pt x="5561061" y="3774249"/>
                  <a:pt x="5561784" y="3775386"/>
                  <a:pt x="5606359" y="3822284"/>
                </a:cubicBezTo>
                <a:cubicBezTo>
                  <a:pt x="5608526" y="3824332"/>
                  <a:pt x="5607622" y="3831162"/>
                  <a:pt x="5607984" y="3835716"/>
                </a:cubicBezTo>
                <a:cubicBezTo>
                  <a:pt x="5596254" y="3843000"/>
                  <a:pt x="5582537" y="3824787"/>
                  <a:pt x="5568822" y="3844366"/>
                </a:cubicBezTo>
                <a:cubicBezTo>
                  <a:pt x="5628557" y="3930418"/>
                  <a:pt x="5719696" y="3951589"/>
                  <a:pt x="5802171" y="4016244"/>
                </a:cubicBezTo>
                <a:cubicBezTo>
                  <a:pt x="5735397" y="4037643"/>
                  <a:pt x="5695332" y="3962973"/>
                  <a:pt x="5646244" y="3972534"/>
                </a:cubicBezTo>
                <a:cubicBezTo>
                  <a:pt x="5621699" y="3995983"/>
                  <a:pt x="5694611" y="4033546"/>
                  <a:pt x="5625129" y="4044701"/>
                </a:cubicBezTo>
                <a:cubicBezTo>
                  <a:pt x="5655268" y="4065189"/>
                  <a:pt x="5677646" y="4085221"/>
                  <a:pt x="5698400" y="4108899"/>
                </a:cubicBezTo>
                <a:cubicBezTo>
                  <a:pt x="5735397" y="4151242"/>
                  <a:pt x="5742615" y="4179015"/>
                  <a:pt x="5725470" y="4235930"/>
                </a:cubicBezTo>
                <a:cubicBezTo>
                  <a:pt x="5714280" y="4273265"/>
                  <a:pt x="5697858" y="4307641"/>
                  <a:pt x="5712295" y="4352032"/>
                </a:cubicBezTo>
                <a:cubicBezTo>
                  <a:pt x="5722402" y="4382538"/>
                  <a:pt x="5718431" y="4402571"/>
                  <a:pt x="5680894" y="4388911"/>
                </a:cubicBezTo>
                <a:cubicBezTo>
                  <a:pt x="5640469" y="4374341"/>
                  <a:pt x="5625311" y="4401660"/>
                  <a:pt x="5635415" y="4455158"/>
                </a:cubicBezTo>
                <a:cubicBezTo>
                  <a:pt x="5641912" y="4489535"/>
                  <a:pt x="5635053" y="4500006"/>
                  <a:pt x="5607263" y="4496136"/>
                </a:cubicBezTo>
                <a:cubicBezTo>
                  <a:pt x="5576581" y="4491811"/>
                  <a:pt x="5547347" y="4469272"/>
                  <a:pt x="5509446" y="4480201"/>
                </a:cubicBezTo>
                <a:cubicBezTo>
                  <a:pt x="5539765" y="4542578"/>
                  <a:pt x="5604556" y="4524821"/>
                  <a:pt x="5639928" y="4584239"/>
                </a:cubicBezTo>
                <a:cubicBezTo>
                  <a:pt x="5597697" y="4584465"/>
                  <a:pt x="5565392" y="4584239"/>
                  <a:pt x="5534171" y="4571262"/>
                </a:cubicBezTo>
                <a:cubicBezTo>
                  <a:pt x="5521177" y="4566025"/>
                  <a:pt x="5506919" y="4560563"/>
                  <a:pt x="5499701" y="4578547"/>
                </a:cubicBezTo>
                <a:cubicBezTo>
                  <a:pt x="5491219" y="4600174"/>
                  <a:pt x="5508725" y="4608370"/>
                  <a:pt x="5519373" y="4612239"/>
                </a:cubicBezTo>
                <a:cubicBezTo>
                  <a:pt x="5549331" y="4623167"/>
                  <a:pt x="5572251" y="4649119"/>
                  <a:pt x="5596974" y="4669379"/>
                </a:cubicBezTo>
                <a:cubicBezTo>
                  <a:pt x="5651296" y="4713773"/>
                  <a:pt x="5710854" y="4750880"/>
                  <a:pt x="5756873" y="4824185"/>
                </a:cubicBezTo>
                <a:cubicBezTo>
                  <a:pt x="5698941" y="4805517"/>
                  <a:pt x="5655808" y="4762036"/>
                  <a:pt x="5602028" y="4753158"/>
                </a:cubicBezTo>
                <a:cubicBezTo>
                  <a:pt x="5648590" y="4819860"/>
                  <a:pt x="5708506" y="4863796"/>
                  <a:pt x="5765173" y="4912286"/>
                </a:cubicBezTo>
                <a:cubicBezTo>
                  <a:pt x="5781416" y="4925946"/>
                  <a:pt x="5797839" y="4935280"/>
                  <a:pt x="5801450" y="4965101"/>
                </a:cubicBezTo>
                <a:cubicBezTo>
                  <a:pt x="5808487" y="5022926"/>
                  <a:pt x="5829602" y="5070733"/>
                  <a:pt x="5874721" y="5096229"/>
                </a:cubicBezTo>
                <a:cubicBezTo>
                  <a:pt x="5875080" y="5096458"/>
                  <a:pt x="5872555" y="5105110"/>
                  <a:pt x="5871110" y="5111026"/>
                </a:cubicBezTo>
                <a:cubicBezTo>
                  <a:pt x="5843499" y="5112849"/>
                  <a:pt x="5821663" y="5078700"/>
                  <a:pt x="5786469" y="5089855"/>
                </a:cubicBezTo>
                <a:cubicBezTo>
                  <a:pt x="5820218" y="5136296"/>
                  <a:pt x="5848372" y="5177958"/>
                  <a:pt x="5896196" y="5200041"/>
                </a:cubicBezTo>
                <a:cubicBezTo>
                  <a:pt x="5934457" y="5217568"/>
                  <a:pt x="5981739" y="5227813"/>
                  <a:pt x="6009534" y="5284725"/>
                </a:cubicBezTo>
                <a:cubicBezTo>
                  <a:pt x="5977228" y="5295882"/>
                  <a:pt x="5953224" y="5281769"/>
                  <a:pt x="5929042" y="5271751"/>
                </a:cubicBezTo>
                <a:cubicBezTo>
                  <a:pt x="5892045" y="5256270"/>
                  <a:pt x="5855409" y="5238742"/>
                  <a:pt x="5818413" y="5223260"/>
                </a:cubicBezTo>
                <a:cubicBezTo>
                  <a:pt x="5804336" y="5217341"/>
                  <a:pt x="5788996" y="5213242"/>
                  <a:pt x="5779973" y="5241473"/>
                </a:cubicBezTo>
                <a:cubicBezTo>
                  <a:pt x="5827077" y="5247392"/>
                  <a:pt x="5855230" y="5285637"/>
                  <a:pt x="5884826" y="5321606"/>
                </a:cubicBezTo>
                <a:cubicBezTo>
                  <a:pt x="5901430" y="5341868"/>
                  <a:pt x="5914966" y="5368959"/>
                  <a:pt x="5944924" y="5358715"/>
                </a:cubicBezTo>
                <a:cubicBezTo>
                  <a:pt x="5960626" y="5353252"/>
                  <a:pt x="5970550" y="5368502"/>
                  <a:pt x="5968926" y="5387170"/>
                </a:cubicBezTo>
                <a:cubicBezTo>
                  <a:pt x="5962971" y="5452963"/>
                  <a:pt x="5999606" y="5475955"/>
                  <a:pt x="6037505" y="5488704"/>
                </a:cubicBezTo>
                <a:cubicBezTo>
                  <a:pt x="6109333" y="5512608"/>
                  <a:pt x="6169069" y="5568837"/>
                  <a:pt x="6238910" y="5599571"/>
                </a:cubicBezTo>
                <a:cubicBezTo>
                  <a:pt x="6306768" y="5629394"/>
                  <a:pt x="6359285" y="5700193"/>
                  <a:pt x="6427321" y="5737302"/>
                </a:cubicBezTo>
                <a:cubicBezTo>
                  <a:pt x="6476592" y="5764165"/>
                  <a:pt x="6523694" y="5798767"/>
                  <a:pt x="6574408" y="5823126"/>
                </a:cubicBezTo>
                <a:cubicBezTo>
                  <a:pt x="6694419" y="5880723"/>
                  <a:pt x="6816779" y="5926936"/>
                  <a:pt x="6946177" y="5933538"/>
                </a:cubicBezTo>
                <a:cubicBezTo>
                  <a:pt x="7053016" y="5938775"/>
                  <a:pt x="7979734" y="5933767"/>
                  <a:pt x="8356197" y="5184561"/>
                </a:cubicBezTo>
                <a:cubicBezTo>
                  <a:pt x="8363416" y="5180917"/>
                  <a:pt x="8371536" y="5171356"/>
                  <a:pt x="8374063" y="5162249"/>
                </a:cubicBezTo>
                <a:cubicBezTo>
                  <a:pt x="8386155" y="5119678"/>
                  <a:pt x="8415752" y="5101238"/>
                  <a:pt x="8442461" y="5078246"/>
                </a:cubicBezTo>
                <a:cubicBezTo>
                  <a:pt x="8465923" y="5057984"/>
                  <a:pt x="8490829" y="5036813"/>
                  <a:pt x="8500574" y="5002664"/>
                </a:cubicBezTo>
                <a:cubicBezTo>
                  <a:pt x="8513388" y="4957134"/>
                  <a:pt x="8476933" y="4994469"/>
                  <a:pt x="8470255" y="4977167"/>
                </a:cubicBezTo>
                <a:cubicBezTo>
                  <a:pt x="8484151" y="4953492"/>
                  <a:pt x="8505628" y="4931864"/>
                  <a:pt x="8511222" y="4905001"/>
                </a:cubicBezTo>
                <a:cubicBezTo>
                  <a:pt x="8531614" y="4808021"/>
                  <a:pt x="8575650" y="4737448"/>
                  <a:pt x="8641522" y="4682584"/>
                </a:cubicBezTo>
                <a:cubicBezTo>
                  <a:pt x="8660471" y="4666876"/>
                  <a:pt x="8672923" y="4638191"/>
                  <a:pt x="8698730" y="4633640"/>
                </a:cubicBezTo>
                <a:cubicBezTo>
                  <a:pt x="8756120" y="4623622"/>
                  <a:pt x="8738073" y="4545310"/>
                  <a:pt x="8768393" y="4510479"/>
                </a:cubicBezTo>
                <a:cubicBezTo>
                  <a:pt x="8774168" y="4503875"/>
                  <a:pt x="8779401" y="4490901"/>
                  <a:pt x="8778319" y="4482024"/>
                </a:cubicBezTo>
                <a:cubicBezTo>
                  <a:pt x="8776696" y="4469272"/>
                  <a:pt x="8769837" y="4457207"/>
                  <a:pt x="8764062" y="4445824"/>
                </a:cubicBezTo>
                <a:cubicBezTo>
                  <a:pt x="8758106" y="4434442"/>
                  <a:pt x="8749083" y="4424425"/>
                  <a:pt x="8753414" y="4409400"/>
                </a:cubicBezTo>
                <a:cubicBezTo>
                  <a:pt x="8755217" y="4403254"/>
                  <a:pt x="8753956" y="4381855"/>
                  <a:pt x="8767310" y="4398700"/>
                </a:cubicBezTo>
                <a:cubicBezTo>
                  <a:pt x="8803945" y="4444915"/>
                  <a:pt x="8825242" y="4401206"/>
                  <a:pt x="8856643" y="4380261"/>
                </a:cubicBezTo>
                <a:cubicBezTo>
                  <a:pt x="8831377" y="4358633"/>
                  <a:pt x="8808638" y="4343381"/>
                  <a:pt x="8804848" y="4311055"/>
                </a:cubicBezTo>
                <a:cubicBezTo>
                  <a:pt x="8797088" y="4244352"/>
                  <a:pt x="8763883" y="4213847"/>
                  <a:pt x="8713530" y="4207927"/>
                </a:cubicBezTo>
                <a:cubicBezTo>
                  <a:pt x="8732118" y="4143502"/>
                  <a:pt x="8732118" y="4143502"/>
                  <a:pt x="8672022" y="4134623"/>
                </a:cubicBezTo>
                <a:cubicBezTo>
                  <a:pt x="8695122" y="4093646"/>
                  <a:pt x="8695122" y="4083174"/>
                  <a:pt x="8667148" y="4069059"/>
                </a:cubicBezTo>
                <a:cubicBezTo>
                  <a:pt x="8640258" y="4055627"/>
                  <a:pt x="8610481" y="4051074"/>
                  <a:pt x="8585575" y="4030359"/>
                </a:cubicBezTo>
                <a:cubicBezTo>
                  <a:pt x="8608496" y="3977998"/>
                  <a:pt x="8614992" y="3917215"/>
                  <a:pt x="8662275" y="3891717"/>
                </a:cubicBezTo>
                <a:cubicBezTo>
                  <a:pt x="8669675" y="3887847"/>
                  <a:pt x="8674728" y="3872139"/>
                  <a:pt x="8670037" y="3863033"/>
                </a:cubicBezTo>
                <a:cubicBezTo>
                  <a:pt x="8652891" y="3830024"/>
                  <a:pt x="8677435" y="3767419"/>
                  <a:pt x="8624017" y="3760362"/>
                </a:cubicBezTo>
                <a:cubicBezTo>
                  <a:pt x="8617338" y="3759679"/>
                  <a:pt x="8611202" y="3752848"/>
                  <a:pt x="8616436" y="3743970"/>
                </a:cubicBezTo>
                <a:cubicBezTo>
                  <a:pt x="8634484" y="3713010"/>
                  <a:pt x="8612646" y="3715058"/>
                  <a:pt x="8599473" y="3711188"/>
                </a:cubicBezTo>
                <a:cubicBezTo>
                  <a:pt x="8583590" y="3706409"/>
                  <a:pt x="8565543" y="3720067"/>
                  <a:pt x="8550745" y="3703220"/>
                </a:cubicBezTo>
                <a:cubicBezTo>
                  <a:pt x="8554174" y="3685463"/>
                  <a:pt x="8566987" y="3685690"/>
                  <a:pt x="8576010" y="3680000"/>
                </a:cubicBezTo>
                <a:cubicBezTo>
                  <a:pt x="8602359" y="3663608"/>
                  <a:pt x="8623836" y="3644031"/>
                  <a:pt x="8625100" y="3601459"/>
                </a:cubicBezTo>
                <a:cubicBezTo>
                  <a:pt x="8626001" y="3567084"/>
                  <a:pt x="8628889" y="3536807"/>
                  <a:pt x="8592433" y="3526333"/>
                </a:cubicBezTo>
                <a:cubicBezTo>
                  <a:pt x="8577274" y="3522007"/>
                  <a:pt x="8581606" y="3497194"/>
                  <a:pt x="8590269" y="3484900"/>
                </a:cubicBezTo>
                <a:cubicBezTo>
                  <a:pt x="8605789" y="3463046"/>
                  <a:pt x="8618601" y="3433907"/>
                  <a:pt x="8645312" y="3431858"/>
                </a:cubicBezTo>
                <a:cubicBezTo>
                  <a:pt x="8661554" y="3430493"/>
                  <a:pt x="8674007" y="3421385"/>
                  <a:pt x="8686820" y="3410914"/>
                </a:cubicBezTo>
                <a:cubicBezTo>
                  <a:pt x="8696024" y="3403399"/>
                  <a:pt x="8707033" y="3397026"/>
                  <a:pt x="8705950" y="3380864"/>
                </a:cubicBezTo>
                <a:cubicBezTo>
                  <a:pt x="8704867" y="3365383"/>
                  <a:pt x="8694220" y="3359009"/>
                  <a:pt x="8683391" y="3355822"/>
                </a:cubicBezTo>
                <a:cubicBezTo>
                  <a:pt x="8647296" y="3345578"/>
                  <a:pt x="8613369" y="3330552"/>
                  <a:pt x="8583229" y="3296177"/>
                </a:cubicBezTo>
                <a:cubicBezTo>
                  <a:pt x="8603262" y="3277964"/>
                  <a:pt x="8622392" y="3264761"/>
                  <a:pt x="8637190" y="3246320"/>
                </a:cubicBezTo>
                <a:cubicBezTo>
                  <a:pt x="8672923" y="3201702"/>
                  <a:pt x="8370273" y="3061239"/>
                  <a:pt x="8355114" y="3011154"/>
                </a:cubicBezTo>
                <a:cubicBezTo>
                  <a:pt x="8350422" y="2995674"/>
                  <a:pt x="8334361" y="2979739"/>
                  <a:pt x="8321004" y="2975186"/>
                </a:cubicBezTo>
                <a:cubicBezTo>
                  <a:pt x="8258382" y="2953786"/>
                  <a:pt x="8204061" y="2905750"/>
                  <a:pt x="8139993" y="2887993"/>
                </a:cubicBezTo>
                <a:cubicBezTo>
                  <a:pt x="8079535" y="2871148"/>
                  <a:pt x="8019980" y="2848609"/>
                  <a:pt x="7953747" y="2826301"/>
                </a:cubicBezTo>
                <a:cubicBezTo>
                  <a:pt x="7994353" y="2770297"/>
                  <a:pt x="8066361" y="2776900"/>
                  <a:pt x="8083145" y="2696083"/>
                </a:cubicBezTo>
                <a:cubicBezTo>
                  <a:pt x="8017633" y="2675138"/>
                  <a:pt x="7948695" y="2699043"/>
                  <a:pt x="7885529" y="2665804"/>
                </a:cubicBezTo>
                <a:cubicBezTo>
                  <a:pt x="7880115" y="2662846"/>
                  <a:pt x="7872715" y="2665804"/>
                  <a:pt x="7866219" y="2666715"/>
                </a:cubicBezTo>
                <a:cubicBezTo>
                  <a:pt x="7736099" y="2684472"/>
                  <a:pt x="7606520" y="2668993"/>
                  <a:pt x="7478205" y="2646681"/>
                </a:cubicBezTo>
                <a:cubicBezTo>
                  <a:pt x="7293403" y="2614811"/>
                  <a:pt x="7107878" y="2594550"/>
                  <a:pt x="6921993" y="2580207"/>
                </a:cubicBezTo>
                <a:cubicBezTo>
                  <a:pt x="6768412" y="2568368"/>
                  <a:pt x="6614471" y="2563133"/>
                  <a:pt x="6461612" y="2540368"/>
                </a:cubicBezTo>
                <a:cubicBezTo>
                  <a:pt x="6298106" y="2516010"/>
                  <a:pt x="6134780" y="2488463"/>
                  <a:pt x="5971453" y="2462965"/>
                </a:cubicBezTo>
                <a:cubicBezTo>
                  <a:pt x="5964054" y="2461826"/>
                  <a:pt x="5955887" y="2458241"/>
                  <a:pt x="5947992" y="2457985"/>
                </a:cubicBezTo>
                <a:close/>
                <a:moveTo>
                  <a:pt x="0" y="0"/>
                </a:moveTo>
                <a:lnTo>
                  <a:pt x="8078332" y="0"/>
                </a:lnTo>
                <a:lnTo>
                  <a:pt x="8051806" y="19899"/>
                </a:lnTo>
                <a:cubicBezTo>
                  <a:pt x="8010559" y="45723"/>
                  <a:pt x="7966035" y="59669"/>
                  <a:pt x="7919411" y="69998"/>
                </a:cubicBezTo>
                <a:cubicBezTo>
                  <a:pt x="7900760" y="74283"/>
                  <a:pt x="7882423" y="82852"/>
                  <a:pt x="7880558" y="103665"/>
                </a:cubicBezTo>
                <a:cubicBezTo>
                  <a:pt x="7878694" y="125395"/>
                  <a:pt x="7897654" y="133963"/>
                  <a:pt x="7913505" y="144066"/>
                </a:cubicBezTo>
                <a:cubicBezTo>
                  <a:pt x="7935573" y="158143"/>
                  <a:pt x="7957019" y="170388"/>
                  <a:pt x="7984993" y="172224"/>
                </a:cubicBezTo>
                <a:cubicBezTo>
                  <a:pt x="8030996" y="174978"/>
                  <a:pt x="8053062" y="214154"/>
                  <a:pt x="8079793" y="243535"/>
                </a:cubicBezTo>
                <a:cubicBezTo>
                  <a:pt x="8094711" y="260064"/>
                  <a:pt x="8102173" y="293423"/>
                  <a:pt x="8076065" y="299239"/>
                </a:cubicBezTo>
                <a:cubicBezTo>
                  <a:pt x="8013279" y="313320"/>
                  <a:pt x="8018253" y="354025"/>
                  <a:pt x="8019804" y="400240"/>
                </a:cubicBezTo>
                <a:cubicBezTo>
                  <a:pt x="8021980" y="457476"/>
                  <a:pt x="8058970" y="483796"/>
                  <a:pt x="8104349" y="505833"/>
                </a:cubicBezTo>
                <a:cubicBezTo>
                  <a:pt x="8119890" y="513484"/>
                  <a:pt x="8141956" y="513178"/>
                  <a:pt x="8147864" y="537052"/>
                </a:cubicBezTo>
                <a:cubicBezTo>
                  <a:pt x="8122377" y="559700"/>
                  <a:pt x="8091295" y="541338"/>
                  <a:pt x="8063941" y="547764"/>
                </a:cubicBezTo>
                <a:cubicBezTo>
                  <a:pt x="8041252" y="552966"/>
                  <a:pt x="8003642" y="550213"/>
                  <a:pt x="8034725" y="591836"/>
                </a:cubicBezTo>
                <a:cubicBezTo>
                  <a:pt x="8043740" y="603773"/>
                  <a:pt x="8033171" y="612956"/>
                  <a:pt x="8021669" y="613874"/>
                </a:cubicBezTo>
                <a:cubicBezTo>
                  <a:pt x="7929668" y="623362"/>
                  <a:pt x="7971939" y="707531"/>
                  <a:pt x="7942410" y="751909"/>
                </a:cubicBezTo>
                <a:cubicBezTo>
                  <a:pt x="7934331" y="764151"/>
                  <a:pt x="7943034" y="785269"/>
                  <a:pt x="7955778" y="790472"/>
                </a:cubicBezTo>
                <a:cubicBezTo>
                  <a:pt x="8037212" y="824753"/>
                  <a:pt x="8048401" y="906472"/>
                  <a:pt x="8087876" y="976867"/>
                </a:cubicBezTo>
                <a:cubicBezTo>
                  <a:pt x="8044981" y="1004717"/>
                  <a:pt x="7993697" y="1010838"/>
                  <a:pt x="7947386" y="1028897"/>
                </a:cubicBezTo>
                <a:cubicBezTo>
                  <a:pt x="7899207" y="1047873"/>
                  <a:pt x="7899207" y="1061952"/>
                  <a:pt x="7938992" y="1117042"/>
                </a:cubicBezTo>
                <a:cubicBezTo>
                  <a:pt x="7835489" y="1128980"/>
                  <a:pt x="7835489" y="1128980"/>
                  <a:pt x="7867503" y="1215596"/>
                </a:cubicBezTo>
                <a:cubicBezTo>
                  <a:pt x="7780782" y="1223554"/>
                  <a:pt x="7723594" y="1264566"/>
                  <a:pt x="7710229" y="1354244"/>
                </a:cubicBezTo>
                <a:cubicBezTo>
                  <a:pt x="7703701" y="1397704"/>
                  <a:pt x="7664539" y="1418209"/>
                  <a:pt x="7621024" y="1447286"/>
                </a:cubicBezTo>
                <a:cubicBezTo>
                  <a:pt x="7675106" y="1475446"/>
                  <a:pt x="7711784" y="1534209"/>
                  <a:pt x="7774880" y="1472076"/>
                </a:cubicBezTo>
                <a:cubicBezTo>
                  <a:pt x="7797879" y="1449429"/>
                  <a:pt x="7795707" y="1478199"/>
                  <a:pt x="7798812" y="1486462"/>
                </a:cubicBezTo>
                <a:cubicBezTo>
                  <a:pt x="7806271" y="1506661"/>
                  <a:pt x="7790732" y="1520130"/>
                  <a:pt x="7780474" y="1535432"/>
                </a:cubicBezTo>
                <a:cubicBezTo>
                  <a:pt x="7770528" y="1550736"/>
                  <a:pt x="7758715" y="1566956"/>
                  <a:pt x="7755919" y="1584099"/>
                </a:cubicBezTo>
                <a:cubicBezTo>
                  <a:pt x="7754055" y="1596034"/>
                  <a:pt x="7763068" y="1613478"/>
                  <a:pt x="7773014" y="1622355"/>
                </a:cubicBezTo>
                <a:cubicBezTo>
                  <a:pt x="7825233" y="1669183"/>
                  <a:pt x="7794151" y="1774469"/>
                  <a:pt x="7892993" y="1787937"/>
                </a:cubicBezTo>
                <a:cubicBezTo>
                  <a:pt x="7937439" y="1794056"/>
                  <a:pt x="7958885" y="1832621"/>
                  <a:pt x="7991521" y="1853739"/>
                </a:cubicBezTo>
                <a:cubicBezTo>
                  <a:pt x="8104970" y="1927500"/>
                  <a:pt x="8180811" y="2022380"/>
                  <a:pt x="8215932" y="2152764"/>
                </a:cubicBezTo>
                <a:cubicBezTo>
                  <a:pt x="8225567" y="2188879"/>
                  <a:pt x="8262556" y="2217957"/>
                  <a:pt x="8286489" y="2249786"/>
                </a:cubicBezTo>
                <a:cubicBezTo>
                  <a:pt x="8274987" y="2273047"/>
                  <a:pt x="8212203" y="2222852"/>
                  <a:pt x="8234270" y="2284064"/>
                </a:cubicBezTo>
                <a:cubicBezTo>
                  <a:pt x="8251054" y="2329975"/>
                  <a:pt x="8293949" y="2358439"/>
                  <a:pt x="8334357" y="2385679"/>
                </a:cubicBezTo>
                <a:cubicBezTo>
                  <a:pt x="8380357" y="2416591"/>
                  <a:pt x="8431331" y="2441382"/>
                  <a:pt x="8452157" y="2498616"/>
                </a:cubicBezTo>
                <a:cubicBezTo>
                  <a:pt x="8456509" y="2510859"/>
                  <a:pt x="8470494" y="2523714"/>
                  <a:pt x="8482927" y="2528612"/>
                </a:cubicBezTo>
                <a:cubicBezTo>
                  <a:pt x="9131298" y="3535869"/>
                  <a:pt x="10727356" y="3542602"/>
                  <a:pt x="10911361" y="3535561"/>
                </a:cubicBezTo>
                <a:cubicBezTo>
                  <a:pt x="11134219" y="3526686"/>
                  <a:pt x="11344956" y="3464554"/>
                  <a:pt x="11551649" y="3387120"/>
                </a:cubicBezTo>
                <a:cubicBezTo>
                  <a:pt x="11638991" y="3354371"/>
                  <a:pt x="11720114" y="3307851"/>
                  <a:pt x="11804971" y="3271735"/>
                </a:cubicBezTo>
                <a:cubicBezTo>
                  <a:pt x="11922148" y="3221845"/>
                  <a:pt x="12012596" y="3126660"/>
                  <a:pt x="12129465" y="3086565"/>
                </a:cubicBezTo>
                <a:lnTo>
                  <a:pt x="12192000" y="3060706"/>
                </a:lnTo>
                <a:lnTo>
                  <a:pt x="12192000" y="3766004"/>
                </a:lnTo>
                <a:lnTo>
                  <a:pt x="12069511" y="3730912"/>
                </a:lnTo>
                <a:cubicBezTo>
                  <a:pt x="11963133" y="3704591"/>
                  <a:pt x="11854734" y="3686839"/>
                  <a:pt x="11743305" y="3682401"/>
                </a:cubicBezTo>
                <a:cubicBezTo>
                  <a:pt x="11731805" y="3681961"/>
                  <a:pt x="11714789" y="3681575"/>
                  <a:pt x="11692833" y="3681484"/>
                </a:cubicBezTo>
                <a:cubicBezTo>
                  <a:pt x="11363495" y="3680110"/>
                  <a:pt x="9922719" y="3745047"/>
                  <a:pt x="9314871" y="4689350"/>
                </a:cubicBezTo>
                <a:cubicBezTo>
                  <a:pt x="9302438" y="4694248"/>
                  <a:pt x="9288453" y="4707103"/>
                  <a:pt x="9284101" y="4719346"/>
                </a:cubicBezTo>
                <a:cubicBezTo>
                  <a:pt x="9263275" y="4776580"/>
                  <a:pt x="9212301" y="4801371"/>
                  <a:pt x="9166300" y="4832283"/>
                </a:cubicBezTo>
                <a:cubicBezTo>
                  <a:pt x="9125893" y="4859523"/>
                  <a:pt x="9082998" y="4887987"/>
                  <a:pt x="9066214" y="4933898"/>
                </a:cubicBezTo>
                <a:cubicBezTo>
                  <a:pt x="9044146" y="4995110"/>
                  <a:pt x="9106931" y="4944915"/>
                  <a:pt x="9118433" y="4968176"/>
                </a:cubicBezTo>
                <a:cubicBezTo>
                  <a:pt x="9094500" y="5000005"/>
                  <a:pt x="9057511" y="5029083"/>
                  <a:pt x="9047876" y="5065198"/>
                </a:cubicBezTo>
                <a:cubicBezTo>
                  <a:pt x="9012755" y="5195582"/>
                  <a:pt x="8936914" y="5290462"/>
                  <a:pt x="8823465" y="5364223"/>
                </a:cubicBezTo>
                <a:cubicBezTo>
                  <a:pt x="8790828" y="5385341"/>
                  <a:pt x="8769383" y="5423906"/>
                  <a:pt x="8724937" y="5430025"/>
                </a:cubicBezTo>
                <a:cubicBezTo>
                  <a:pt x="8626095" y="5443493"/>
                  <a:pt x="8657177" y="5548779"/>
                  <a:pt x="8604958" y="5595607"/>
                </a:cubicBezTo>
                <a:cubicBezTo>
                  <a:pt x="8595012" y="5604484"/>
                  <a:pt x="8585999" y="5621928"/>
                  <a:pt x="8587863" y="5633863"/>
                </a:cubicBezTo>
                <a:cubicBezTo>
                  <a:pt x="8590659" y="5651006"/>
                  <a:pt x="8602472" y="5667226"/>
                  <a:pt x="8612418" y="5682530"/>
                </a:cubicBezTo>
                <a:cubicBezTo>
                  <a:pt x="8622675" y="5697832"/>
                  <a:pt x="8638215" y="5711301"/>
                  <a:pt x="8630756" y="5731500"/>
                </a:cubicBezTo>
                <a:cubicBezTo>
                  <a:pt x="8627651" y="5739763"/>
                  <a:pt x="8629823" y="5768533"/>
                  <a:pt x="8606823" y="5745886"/>
                </a:cubicBezTo>
                <a:cubicBezTo>
                  <a:pt x="8543727" y="5683753"/>
                  <a:pt x="8507049" y="5742516"/>
                  <a:pt x="8452968" y="5770676"/>
                </a:cubicBezTo>
                <a:cubicBezTo>
                  <a:pt x="8496482" y="5799753"/>
                  <a:pt x="8535645" y="5820258"/>
                  <a:pt x="8542173" y="5863718"/>
                </a:cubicBezTo>
                <a:cubicBezTo>
                  <a:pt x="8555538" y="5953396"/>
                  <a:pt x="8612726" y="5994408"/>
                  <a:pt x="8699447" y="6002366"/>
                </a:cubicBezTo>
                <a:cubicBezTo>
                  <a:pt x="8667433" y="6088982"/>
                  <a:pt x="8667433" y="6088982"/>
                  <a:pt x="8770936" y="6100920"/>
                </a:cubicBezTo>
                <a:cubicBezTo>
                  <a:pt x="8731151" y="6156010"/>
                  <a:pt x="8731151" y="6170089"/>
                  <a:pt x="8779329" y="6189065"/>
                </a:cubicBezTo>
                <a:cubicBezTo>
                  <a:pt x="8825641" y="6207124"/>
                  <a:pt x="8876925" y="6213245"/>
                  <a:pt x="8919820" y="6241095"/>
                </a:cubicBezTo>
                <a:cubicBezTo>
                  <a:pt x="8880345" y="6311490"/>
                  <a:pt x="8869155" y="6393209"/>
                  <a:pt x="8787721" y="6427490"/>
                </a:cubicBezTo>
                <a:cubicBezTo>
                  <a:pt x="8774978" y="6432693"/>
                  <a:pt x="8766275" y="6453811"/>
                  <a:pt x="8774354" y="6466053"/>
                </a:cubicBezTo>
                <a:cubicBezTo>
                  <a:pt x="8803883" y="6510431"/>
                  <a:pt x="8761612" y="6594600"/>
                  <a:pt x="8853613" y="6604088"/>
                </a:cubicBezTo>
                <a:cubicBezTo>
                  <a:pt x="8865115" y="6605005"/>
                  <a:pt x="8875684" y="6614189"/>
                  <a:pt x="8866669" y="6626125"/>
                </a:cubicBezTo>
                <a:cubicBezTo>
                  <a:pt x="8835586" y="6667749"/>
                  <a:pt x="8873196" y="6664996"/>
                  <a:pt x="8895884" y="6670198"/>
                </a:cubicBezTo>
                <a:cubicBezTo>
                  <a:pt x="8923238" y="6676624"/>
                  <a:pt x="8954320" y="6658261"/>
                  <a:pt x="8979808" y="6680910"/>
                </a:cubicBezTo>
                <a:cubicBezTo>
                  <a:pt x="8973900" y="6704783"/>
                  <a:pt x="8951834" y="6704478"/>
                  <a:pt x="8936293" y="6712128"/>
                </a:cubicBezTo>
                <a:cubicBezTo>
                  <a:pt x="8890913" y="6734166"/>
                  <a:pt x="8853924" y="6760486"/>
                  <a:pt x="8851748" y="6817721"/>
                </a:cubicBezTo>
                <a:lnTo>
                  <a:pt x="88543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956B7-455F-9CC4-E7FC-09981D08E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1906863"/>
          </a:xfrm>
        </p:spPr>
        <p:txBody>
          <a:bodyPr anchor="b">
            <a:normAutofit/>
          </a:bodyPr>
          <a:lstStyle/>
          <a:p>
            <a:r>
              <a:rPr lang="en-US"/>
              <a:t>Product and Customer Segment Insights</a:t>
            </a: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4EEA3C7-2ACE-46C5-C887-92F476D4C3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1368" y="2711395"/>
            <a:ext cx="4114801" cy="35084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Furniture and kitchen categories contribute the most to overall revenue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Customer segment analysis shows that the Consumer segment is the most valuable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Higher discount levels do not always lead to higher profitability and may reduce margins in some categories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96B645-223A-D297-9645-D81286827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2" r="3" b="13603"/>
          <a:stretch>
            <a:fillRect/>
          </a:stretch>
        </p:blipFill>
        <p:spPr>
          <a:xfrm>
            <a:off x="8924871" y="371719"/>
            <a:ext cx="2854416" cy="24192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1D921D-785B-FBED-C6E4-54233B75C6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26" b="-2"/>
          <a:stretch>
            <a:fillRect/>
          </a:stretch>
        </p:blipFill>
        <p:spPr>
          <a:xfrm>
            <a:off x="6096000" y="3056651"/>
            <a:ext cx="2242385" cy="2253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14D356-DEB2-BEC3-3FEF-CE9797DC5C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18" r="4" b="7622"/>
          <a:stretch>
            <a:fillRect/>
          </a:stretch>
        </p:blipFill>
        <p:spPr>
          <a:xfrm>
            <a:off x="9601200" y="4643722"/>
            <a:ext cx="2142700" cy="165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25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6B2060-492C-F0EB-73EB-1E75F50B6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7501" y="329184"/>
            <a:ext cx="6755626" cy="1783080"/>
          </a:xfrm>
        </p:spPr>
        <p:txBody>
          <a:bodyPr anchor="b">
            <a:normAutofit/>
          </a:bodyPr>
          <a:lstStyle/>
          <a:p>
            <a:r>
              <a:rPr lang="en-IN" sz="5400" dirty="0"/>
              <a:t>Returns and Operational Insights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43A2FD-B850-84F0-96AB-C821708E0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68" y="0"/>
            <a:ext cx="3521760" cy="3392424"/>
          </a:xfrm>
          <a:prstGeom prst="rect">
            <a:avLst/>
          </a:prstGeom>
        </p:spPr>
      </p:pic>
      <p:sp>
        <p:nvSpPr>
          <p:cNvPr id="58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D3FF3-FA84-129D-6235-37DF51610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68" y="3465577"/>
            <a:ext cx="3595394" cy="278282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7D2D5-C457-3EA9-B397-B506598AC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7494" y="2706624"/>
            <a:ext cx="6755626" cy="3483864"/>
          </a:xfrm>
        </p:spPr>
        <p:txBody>
          <a:bodyPr>
            <a:normAutofit/>
          </a:bodyPr>
          <a:lstStyle/>
          <a:p>
            <a:r>
              <a:rPr lang="en-US" sz="2200"/>
              <a:t>Returns are concentrated in specific product categories such as personal care and furniture </a:t>
            </a:r>
          </a:p>
          <a:p>
            <a:r>
              <a:rPr lang="en-US" sz="2200"/>
              <a:t>Increased delivery time negatively impacts customer satisfaction </a:t>
            </a:r>
          </a:p>
          <a:p>
            <a:r>
              <a:rPr lang="en-US" sz="2200"/>
              <a:t>Faster delivery is strongly associated with better customer experience 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3936262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620E1-E712-D919-6079-180668C0F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tx2"/>
                </a:solidFill>
              </a:rPr>
              <a:t>Key Recommendations</a:t>
            </a:r>
            <a:br>
              <a:rPr lang="en-IN" sz="3600" dirty="0">
                <a:solidFill>
                  <a:schemeClr val="tx2"/>
                </a:solidFill>
              </a:rPr>
            </a:br>
            <a:endParaRPr lang="en-IN" sz="3600" dirty="0">
              <a:solidFill>
                <a:schemeClr val="tx2"/>
              </a:solidFill>
            </a:endParaRPr>
          </a:p>
        </p:txBody>
      </p:sp>
      <p:sp>
        <p:nvSpPr>
          <p:cNvPr id="43" name="Rectangle 1">
            <a:extLst>
              <a:ext uri="{FF2B5EF4-FFF2-40B4-BE49-F238E27FC236}">
                <a16:creationId xmlns:a16="http://schemas.microsoft.com/office/drawing/2014/main" id="{5FCB4D38-578E-23E1-3DD4-306E30E9DC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4672" y="2421682"/>
            <a:ext cx="4977578" cy="363928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Review discount strategy in low-margin categories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Investigate high-return product categories to reduce losses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Improve delivery performance to increase customer satisfaction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Focus marketing efforts on high-value customer segments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Monitor regional profitability rather than revenue alone 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6" name="Graphic 45" descr="Bar Graph with Upward Trend">
            <a:extLst>
              <a:ext uri="{FF2B5EF4-FFF2-40B4-BE49-F238E27FC236}">
                <a16:creationId xmlns:a16="http://schemas.microsoft.com/office/drawing/2014/main" id="{D8C244C4-DFFE-E18A-46BA-DAF1B81D1C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3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7E1807-9234-4DFC-0FA9-9F2E79764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IN" sz="5400"/>
              <a:t>Next Steps</a:t>
            </a:r>
          </a:p>
        </p:txBody>
      </p:sp>
      <p:pic>
        <p:nvPicPr>
          <p:cNvPr id="6" name="Picture 5" descr="3D Hologram from iPad">
            <a:extLst>
              <a:ext uri="{FF2B5EF4-FFF2-40B4-BE49-F238E27FC236}">
                <a16:creationId xmlns:a16="http://schemas.microsoft.com/office/drawing/2014/main" id="{D35E8DA7-A908-F312-8966-CA97763B32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82" r="35987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534FF4-057C-CFE8-048C-ADB9ACA8E9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7762" y="2706624"/>
            <a:ext cx="6251110" cy="348386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Track performance regularly using the dashboard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Conduct deeper product-level profitability analysis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Improve operational efficiency in delivery processes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Explore customer feedback to reduce return rates </a:t>
            </a:r>
          </a:p>
        </p:txBody>
      </p:sp>
    </p:spTree>
    <p:extLst>
      <p:ext uri="{BB962C8B-B14F-4D97-AF65-F5344CB8AC3E}">
        <p14:creationId xmlns:p14="http://schemas.microsoft.com/office/powerpoint/2010/main" val="1833631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310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NorthStar Living UK: Retail Performance Dashboard &amp; Insights</vt:lpstr>
      <vt:lpstr>Business Context &amp; Objective</vt:lpstr>
      <vt:lpstr>Key Performance Overview</vt:lpstr>
      <vt:lpstr>Regional and Time-Based Performance</vt:lpstr>
      <vt:lpstr>Product and Customer Segment Insights</vt:lpstr>
      <vt:lpstr>Returns and Operational Insights</vt:lpstr>
      <vt:lpstr>Key Recommendations 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Jumma Mohammad</dc:creator>
  <cp:lastModifiedBy>Jumma Mohammad</cp:lastModifiedBy>
  <cp:revision>1</cp:revision>
  <dcterms:created xsi:type="dcterms:W3CDTF">2026-04-16T10:45:34Z</dcterms:created>
  <dcterms:modified xsi:type="dcterms:W3CDTF">2026-04-16T23:41:00Z</dcterms:modified>
</cp:coreProperties>
</file>